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사이트 전체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950976" y="868680"/>
            <a:ext cx="3621024" cy="502920"/>
          </a:xfrm>
          <a:prstGeom prst="line">
            <a:avLst/>
          </a:prstGeom>
          <a:noFill/>
          <a:ln w="12700">
            <a:solidFill>
              <a:srgbClr val="C9C5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" y="1371600"/>
            <a:ext cx="1719072" cy="502920"/>
          </a:xfrm>
          <a:prstGeom prst="roundRect">
            <a:avLst>
              <a:gd name="adj" fmla="val 9091"/>
            </a:avLst>
          </a:prstGeom>
          <a:solidFill>
            <a:srgbClr val="5B4F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회원</a:t>
            </a:r>
            <a:pPr algn="ctr" indent="0" marL="0">
              <a:buNone/>
            </a:pPr>
            <a:r>
              <a:rPr lang="en-US" sz="900" dirty="0">
                <a:solidFill>
                  <a:srgbClr val="E7E4FB"/>
                </a:solidFill>
              </a:rPr>
              <a:t>  ME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50976" y="1874520"/>
            <a:ext cx="914" cy="118872"/>
          </a:xfrm>
          <a:prstGeom prst="line">
            <a:avLst/>
          </a:prstGeom>
          <a:noFill/>
          <a:ln w="12700">
            <a:solidFill>
              <a:srgbClr val="C9C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1993392"/>
            <a:ext cx="171907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C5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PCME1000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50976" y="2496312"/>
            <a:ext cx="914" cy="118872"/>
          </a:xfrm>
          <a:prstGeom prst="line">
            <a:avLst/>
          </a:prstGeom>
          <a:noFill/>
          <a:ln w="12700">
            <a:solidFill>
              <a:srgbClr val="C9C5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" y="2615184"/>
            <a:ext cx="171907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C5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 - 오류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PCME1001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50976" y="3118104"/>
            <a:ext cx="914" cy="118872"/>
          </a:xfrm>
          <a:prstGeom prst="line">
            <a:avLst/>
          </a:prstGeom>
          <a:noFill/>
          <a:ln w="12700">
            <a:solidFill>
              <a:srgbClr val="C9C5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3236976"/>
            <a:ext cx="171907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C5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PCME1002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50976" y="3739896"/>
            <a:ext cx="914" cy="118872"/>
          </a:xfrm>
          <a:prstGeom prst="line">
            <a:avLst/>
          </a:prstGeom>
          <a:noFill/>
          <a:ln w="12700">
            <a:solidFill>
              <a:srgbClr val="C9C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" y="3858768"/>
            <a:ext cx="171907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C5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 -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PCME1003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 flipH="1">
            <a:off x="2761488" y="868680"/>
            <a:ext cx="1810512" cy="502920"/>
          </a:xfrm>
          <a:prstGeom prst="line">
            <a:avLst/>
          </a:prstGeom>
          <a:noFill/>
          <a:ln w="12700">
            <a:solidFill>
              <a:srgbClr val="C9C5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01952" y="1371600"/>
            <a:ext cx="1719072" cy="502920"/>
          </a:xfrm>
          <a:prstGeom prst="roundRect">
            <a:avLst>
              <a:gd name="adj" fmla="val 9091"/>
            </a:avLst>
          </a:prstGeom>
          <a:solidFill>
            <a:srgbClr val="5B4F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상품</a:t>
            </a:r>
            <a:pPr algn="ctr" indent="0" marL="0">
              <a:buNone/>
            </a:pPr>
            <a:r>
              <a:rPr lang="en-US" sz="900" dirty="0">
                <a:solidFill>
                  <a:srgbClr val="E7E4FB"/>
                </a:solidFill>
              </a:rPr>
              <a:t>  PR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61488" y="1874520"/>
            <a:ext cx="914" cy="118872"/>
          </a:xfrm>
          <a:prstGeom prst="line">
            <a:avLst/>
          </a:prstGeom>
          <a:noFill/>
          <a:ln w="12700">
            <a:solidFill>
              <a:srgbClr val="C9C5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01952" y="1993392"/>
            <a:ext cx="171907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C5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상품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PCPR1000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61488" y="2496312"/>
            <a:ext cx="914" cy="118872"/>
          </a:xfrm>
          <a:prstGeom prst="line">
            <a:avLst/>
          </a:prstGeom>
          <a:noFill/>
          <a:ln w="12700">
            <a:solidFill>
              <a:srgbClr val="C9C5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01952" y="2615184"/>
            <a:ext cx="171907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C5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상품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PCPR1001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61488" y="3118104"/>
            <a:ext cx="914" cy="118872"/>
          </a:xfrm>
          <a:prstGeom prst="line">
            <a:avLst/>
          </a:prstGeom>
          <a:noFill/>
          <a:ln w="12700">
            <a:solidFill>
              <a:srgbClr val="C9C5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01952" y="3236976"/>
            <a:ext cx="171907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C5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상품 검색 - 검색 전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PCPR1002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61488" y="3739896"/>
            <a:ext cx="914" cy="118872"/>
          </a:xfrm>
          <a:prstGeom prst="line">
            <a:avLst/>
          </a:prstGeom>
          <a:noFill/>
          <a:ln w="12700">
            <a:solidFill>
              <a:srgbClr val="C9C5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01952" y="3858768"/>
            <a:ext cx="171907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C5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상품 검색 - 결과 있음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PCPR1003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61488" y="4361688"/>
            <a:ext cx="914" cy="118872"/>
          </a:xfrm>
          <a:prstGeom prst="line">
            <a:avLst/>
          </a:prstGeom>
          <a:noFill/>
          <a:ln w="12700">
            <a:solidFill>
              <a:srgbClr val="C9C5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01952" y="4480560"/>
            <a:ext cx="171907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C5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상품 검색 -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PCPR1004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868680"/>
            <a:ext cx="914" cy="502920"/>
          </a:xfrm>
          <a:prstGeom prst="line">
            <a:avLst/>
          </a:prstGeom>
          <a:noFill/>
          <a:ln w="12700">
            <a:solidFill>
              <a:srgbClr val="C9C5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12464" y="1371600"/>
            <a:ext cx="1719072" cy="502920"/>
          </a:xfrm>
          <a:prstGeom prst="roundRect">
            <a:avLst>
              <a:gd name="adj" fmla="val 9091"/>
            </a:avLst>
          </a:prstGeom>
          <a:solidFill>
            <a:srgbClr val="5B4F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장바구니</a:t>
            </a:r>
            <a:pPr algn="ctr" indent="0" marL="0">
              <a:buNone/>
            </a:pPr>
            <a:r>
              <a:rPr lang="en-US" sz="900" dirty="0">
                <a:solidFill>
                  <a:srgbClr val="E7E4FB"/>
                </a:solidFill>
              </a:rPr>
              <a:t>  CA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1874520"/>
            <a:ext cx="914" cy="118872"/>
          </a:xfrm>
          <a:prstGeom prst="line">
            <a:avLst/>
          </a:prstGeom>
          <a:noFill/>
          <a:ln w="12700">
            <a:solidFill>
              <a:srgbClr val="C9C5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12464" y="1993392"/>
            <a:ext cx="171907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C5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장바구니 - 상품 있음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PCCA1000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2496312"/>
            <a:ext cx="914" cy="118872"/>
          </a:xfrm>
          <a:prstGeom prst="line">
            <a:avLst/>
          </a:prstGeom>
          <a:noFill/>
          <a:ln w="12700">
            <a:solidFill>
              <a:srgbClr val="C9C5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12464" y="2615184"/>
            <a:ext cx="171907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C5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장바구니 - 비어 있음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PCCA1001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3118104"/>
            <a:ext cx="914" cy="118872"/>
          </a:xfrm>
          <a:prstGeom prst="line">
            <a:avLst/>
          </a:prstGeom>
          <a:noFill/>
          <a:ln w="12700">
            <a:solidFill>
              <a:srgbClr val="C9C5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12464" y="3236976"/>
            <a:ext cx="171907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C5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주문/결제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PCCA1002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3739896"/>
            <a:ext cx="914" cy="118872"/>
          </a:xfrm>
          <a:prstGeom prst="line">
            <a:avLst/>
          </a:prstGeom>
          <a:noFill/>
          <a:ln w="12700">
            <a:solidFill>
              <a:srgbClr val="C9C5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12464" y="3858768"/>
            <a:ext cx="171907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C5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주문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PCCA1003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868680"/>
            <a:ext cx="1810512" cy="502920"/>
          </a:xfrm>
          <a:prstGeom prst="line">
            <a:avLst/>
          </a:prstGeom>
          <a:noFill/>
          <a:ln w="12700">
            <a:solidFill>
              <a:srgbClr val="C9C5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22976" y="1371600"/>
            <a:ext cx="1719072" cy="502920"/>
          </a:xfrm>
          <a:prstGeom prst="roundRect">
            <a:avLst>
              <a:gd name="adj" fmla="val 9091"/>
            </a:avLst>
          </a:prstGeom>
          <a:solidFill>
            <a:srgbClr val="5B4F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마이페이지</a:t>
            </a:r>
            <a:pPr algn="ctr" indent="0" marL="0">
              <a:buNone/>
            </a:pPr>
            <a:r>
              <a:rPr lang="en-US" sz="900" dirty="0">
                <a:solidFill>
                  <a:srgbClr val="E7E4FB"/>
                </a:solidFill>
              </a:rPr>
              <a:t>  MY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82512" y="1874520"/>
            <a:ext cx="914" cy="118872"/>
          </a:xfrm>
          <a:prstGeom prst="line">
            <a:avLst/>
          </a:prstGeom>
          <a:noFill/>
          <a:ln w="12700">
            <a:solidFill>
              <a:srgbClr val="C9C5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22976" y="1993392"/>
            <a:ext cx="171907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C5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주문내역 - 있음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PCMY1000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82512" y="2496312"/>
            <a:ext cx="914" cy="118872"/>
          </a:xfrm>
          <a:prstGeom prst="line">
            <a:avLst/>
          </a:prstGeom>
          <a:noFill/>
          <a:ln w="12700">
            <a:solidFill>
              <a:srgbClr val="C9C5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22976" y="2615184"/>
            <a:ext cx="171907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C5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주문내역 -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PCMY1001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82512" y="3118104"/>
            <a:ext cx="914" cy="118872"/>
          </a:xfrm>
          <a:prstGeom prst="line">
            <a:avLst/>
          </a:prstGeom>
          <a:noFill/>
          <a:ln w="12700">
            <a:solidFill>
              <a:srgbClr val="C9C5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22976" y="3236976"/>
            <a:ext cx="171907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C5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배송조회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PCMY1002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82512" y="3739896"/>
            <a:ext cx="914" cy="118872"/>
          </a:xfrm>
          <a:prstGeom prst="line">
            <a:avLst/>
          </a:prstGeom>
          <a:noFill/>
          <a:ln w="12700">
            <a:solidFill>
              <a:srgbClr val="C9C5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22976" y="3858768"/>
            <a:ext cx="171907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C5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찜한 상품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PCMY1003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0" y="868680"/>
            <a:ext cx="3621024" cy="502920"/>
          </a:xfrm>
          <a:prstGeom prst="line">
            <a:avLst/>
          </a:prstGeom>
          <a:noFill/>
          <a:ln w="12700">
            <a:solidFill>
              <a:srgbClr val="C9C5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33488" y="1371600"/>
            <a:ext cx="1719072" cy="502920"/>
          </a:xfrm>
          <a:prstGeom prst="roundRect">
            <a:avLst>
              <a:gd name="adj" fmla="val 9091"/>
            </a:avLst>
          </a:prstGeom>
          <a:solidFill>
            <a:srgbClr val="5B4F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고객센터</a:t>
            </a:r>
            <a:pPr algn="ctr" indent="0" marL="0">
              <a:buNone/>
            </a:pPr>
            <a:r>
              <a:rPr lang="en-US" sz="900" dirty="0">
                <a:solidFill>
                  <a:srgbClr val="E7E4FB"/>
                </a:solidFill>
              </a:rPr>
              <a:t>  SU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193024" y="1874520"/>
            <a:ext cx="914" cy="118872"/>
          </a:xfrm>
          <a:prstGeom prst="line">
            <a:avLst/>
          </a:prstGeom>
          <a:noFill/>
          <a:ln w="12700">
            <a:solidFill>
              <a:srgbClr val="C9C5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33488" y="1993392"/>
            <a:ext cx="171907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C5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자주 묻는 질문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PCSU1000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193024" y="2496312"/>
            <a:ext cx="914" cy="118872"/>
          </a:xfrm>
          <a:prstGeom prst="line">
            <a:avLst/>
          </a:prstGeom>
          <a:noFill/>
          <a:ln w="12700">
            <a:solidFill>
              <a:srgbClr val="C9C5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33488" y="2615184"/>
            <a:ext cx="171907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C5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1:1 문의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PCSU1001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193024" y="3118104"/>
            <a:ext cx="914" cy="118872"/>
          </a:xfrm>
          <a:prstGeom prst="line">
            <a:avLst/>
          </a:prstGeom>
          <a:noFill/>
          <a:ln w="12700">
            <a:solidFill>
              <a:srgbClr val="C9C5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33488" y="3236976"/>
            <a:ext cx="1719072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C5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1:1 문의 -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PCSU1002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2026-07-16T08:10:19Z</dcterms:created>
  <dcterms:modified xsi:type="dcterms:W3CDTF">2026-07-16T08:10:19Z</dcterms:modified>
</cp:coreProperties>
</file>