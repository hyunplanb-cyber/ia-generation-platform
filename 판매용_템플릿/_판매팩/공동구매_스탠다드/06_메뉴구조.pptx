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공동구매(공구) 플랫폼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479644" y="868680"/>
            <a:ext cx="409235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9876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홈·탐색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7964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9876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7964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9876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7964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9876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마감 임박 타임딜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HO-03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9644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9876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목록 -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 flipH="1">
            <a:off x="1389057" y="868680"/>
            <a:ext cx="3182943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59289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공구 상세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DE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389057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9289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DE-01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389057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59289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상품 상세정보·거래 조건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DE-02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389057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59289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마감 - 성사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DE-03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389057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59289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마감 - 불발(미달)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DE-04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 flipH="1">
            <a:off x="2298469" y="868680"/>
            <a:ext cx="2273531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868701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참여·결제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JO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298469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868701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옵션·수량 선택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JO-01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298469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868701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참여 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JO-02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298469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868701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참여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JO-03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298469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868701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JO-04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 flipH="1">
            <a:off x="3207881" y="868680"/>
            <a:ext cx="136411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778113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내 공구함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207881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778113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공구함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MY-01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207881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778113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참여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MY-02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3207881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778113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참여 취소·환불 요청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MY-03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207881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778113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공구함 - 비어 있음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MY-04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 flipH="1">
            <a:off x="4117294" y="868680"/>
            <a:ext cx="45470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87526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후기·문의·알림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RV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411729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87526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후기 작성·목록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RV-01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411729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687526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상품 문의(Q&amp;A)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RV-02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11729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687526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관심 공구·알림함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RV-03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4572000" y="868680"/>
            <a:ext cx="45470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596938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계정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AC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502670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596938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로그인·회원가입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AC-01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502670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596938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정보·배송지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AC-02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502670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596938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알림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AC-03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4572000" y="868680"/>
            <a:ext cx="136411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506351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공구 개설(진행자)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HS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5936119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5506351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진행자 시작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HS-01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5936119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506351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개설 폼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HS-02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5936119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506351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개설 검수 대기·반려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HS-03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4572000" y="868680"/>
            <a:ext cx="2273531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6415763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공구 관리(진행자)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HM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6845531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6415763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진행자 대시보드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HM-01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6845531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415763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공구별 참여 현황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HM-02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6845531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6415763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마감·성사 처리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HM-03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6845531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415763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발주·배송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HM-04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6845531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415763" y="448056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참여자 공지·알림 발송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HM-05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4572000" y="868680"/>
            <a:ext cx="3182943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7325175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정산(진행자)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SE</a:t>
            </a:r>
            <a:endParaRPr lang="en-US" sz="1200" dirty="0"/>
          </a:p>
        </p:txBody>
      </p:sp>
      <p:sp>
        <p:nvSpPr>
          <p:cNvPr id="81" name="Shape 79"/>
          <p:cNvSpPr/>
          <p:nvPr/>
        </p:nvSpPr>
        <p:spPr>
          <a:xfrm>
            <a:off x="7754943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7325175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SE-01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7754943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7325175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계좌·세금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SE-02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7754943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7325175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SE-03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4572000" y="868680"/>
            <a:ext cx="409235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8234588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고객지원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CS</a:t>
            </a:r>
            <a:endParaRPr lang="en-US" sz="1200" dirty="0"/>
          </a:p>
        </p:txBody>
      </p:sp>
      <p:sp>
        <p:nvSpPr>
          <p:cNvPr id="89" name="Shape 87"/>
          <p:cNvSpPr/>
          <p:nvPr/>
        </p:nvSpPr>
        <p:spPr>
          <a:xfrm>
            <a:off x="866435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8234588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이용 안내·자주 묻는 질문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CS-01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866435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8234588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1:1 문의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CS-02</a:t>
            </a:r>
            <a:endParaRPr lang="en-US" sz="1000" dirty="0"/>
          </a:p>
        </p:txBody>
      </p:sp>
      <p:sp>
        <p:nvSpPr>
          <p:cNvPr id="93" name="Shape 91"/>
          <p:cNvSpPr/>
          <p:nvPr/>
        </p:nvSpPr>
        <p:spPr>
          <a:xfrm>
            <a:off x="866435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8234588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공지·이벤트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CS-03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866435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8234588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환불·분쟁 정책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CS-04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2026-08-10T02:48:30Z</dcterms:created>
  <dcterms:modified xsi:type="dcterms:W3CDTF">2026-08-10T02:48:30Z</dcterms:modified>
</cp:coreProperties>
</file>