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인테리어 시공 견적·시공관리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32384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23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23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 분야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23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1542288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76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시공사례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4228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476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54228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476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4228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476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시공사례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42288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4768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자재·마감 둘러보기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CS0401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2552192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7467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견적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5219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7467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조건 입력 - 단계별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ES0101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5219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467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ES0201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219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7467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항목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ES0301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5219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467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저장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ES0401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5219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467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견주기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ES0501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562096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457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실측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56209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8457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방문 실측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209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457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내용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209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457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VS0301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6209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8457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VS0401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94480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94480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계약서 확인·서명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CT0101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4480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계약금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4480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완료 - 계약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CT0301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94480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CT0401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00990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04384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공사 진행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8190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4384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공정표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PR0101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58190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04384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현장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PR0201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58190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04384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사진 일지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PR0301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58190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4384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추가공사 변경 견적 승인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PR0401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58190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04384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준공 검수 체크리스트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PR0501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81904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4384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공사 진행 - 진행 중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PR0601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019808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14288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하자보수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9180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14288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AS0101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59180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14288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접수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AS0201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591808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14288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하자보수 처리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AS0301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302971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24192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현장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OW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60171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124192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OW0101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60171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24192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견적 요청함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OW0201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60171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24192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현장 상세 - 공정 편집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OW0301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60171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24192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자재·원가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OW0401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0171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24192" y="448056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기성 청구·수금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OW0501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601712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24192" y="510235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일정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OW0601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601712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24192" y="572414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업체 정보·직원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OW0701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40396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34096" y="1371600"/>
            <a:ext cx="95504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6116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34096" y="1993392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116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34096" y="2615184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6116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134096" y="3236976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6116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4096" y="3858768"/>
            <a:ext cx="9550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2026-09-08T07:09:29Z</dcterms:created>
  <dcterms:modified xsi:type="dcterms:W3CDTF">2026-09-08T07:09:29Z</dcterms:modified>
</cp:coreProperties>
</file>