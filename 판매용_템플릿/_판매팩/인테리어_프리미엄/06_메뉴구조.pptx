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8072"/>
  <p:notesSz cx="5148072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502920"/>
          </a:xfrm>
          <a:prstGeom prst="roundRect">
            <a:avLst>
              <a:gd name="adj" fmla="val 9091"/>
            </a:avLst>
          </a:prstGeom>
          <a:solidFill>
            <a:srgbClr val="EEEE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024"/>
                </a:solidFill>
              </a:rPr>
              <a:t>인테리어 시공 견적·시공관리 — 상세 IA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 flipH="1">
            <a:off x="532384" y="868680"/>
            <a:ext cx="403961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HO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3238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HO0101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3238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시공 분야 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HO0201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32384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비용 안내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HO0301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 flipH="1">
            <a:off x="1542288" y="868680"/>
            <a:ext cx="3029712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64768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시공사례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1542288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64768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시공사례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CS0101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542288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64768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시공사례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CS0201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1542288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64768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시공사례 - 결과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CS0301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1542288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64768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자재·마감 둘러보기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CS0401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 flipH="1">
            <a:off x="2552192" y="868680"/>
            <a:ext cx="2019808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074672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견적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ES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2552192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074672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견적 조건 입력 - 단계별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ES0101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2552192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074672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견적 결과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ES0201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2552192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074672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견적 항목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ES0301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2552192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074672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견적 저장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ES0401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2552192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074672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견적 견주기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ES0501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 flipH="1">
            <a:off x="3562096" y="868680"/>
            <a:ext cx="100990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084576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실측 예약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VS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56209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084576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방문 실측 예약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VS0101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56209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084576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내용 확인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VS0201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356209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084576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VS0301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3562096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084576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변경·취소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VS0401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4572000" y="868680"/>
            <a:ext cx="91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094480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계약·결제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CT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457200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094480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계약서 확인·서명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CT0101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457200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094480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계약금 결제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CT0201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457200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094480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결제 완료 - 계약 성사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CT0301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457200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094480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결제 실패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CT0401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4572000" y="868680"/>
            <a:ext cx="100990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104384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공사 진행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PR</a:t>
            </a:r>
            <a:endParaRPr lang="en-US" sz="1200" dirty="0"/>
          </a:p>
        </p:txBody>
      </p:sp>
      <p:sp>
        <p:nvSpPr>
          <p:cNvPr id="55" name="Shape 53"/>
          <p:cNvSpPr/>
          <p:nvPr/>
        </p:nvSpPr>
        <p:spPr>
          <a:xfrm>
            <a:off x="558190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104384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공정표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PR0101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558190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5104384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오늘 현장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PR0201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5581904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5104384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현장 사진 일지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PR0301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5581904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5104384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추가공사 변경 견적 승인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PR0401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5581904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5104384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준공 검수 체크리스트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PR0501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5581904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5104384" y="510235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공사 진행 - 진행 중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PR0601</a:t>
            </a:r>
            <a:endParaRPr lang="en-US" sz="1000" dirty="0"/>
          </a:p>
        </p:txBody>
      </p:sp>
      <p:sp>
        <p:nvSpPr>
          <p:cNvPr id="67" name="Shape 65"/>
          <p:cNvSpPr/>
          <p:nvPr/>
        </p:nvSpPr>
        <p:spPr>
          <a:xfrm>
            <a:off x="4572000" y="868680"/>
            <a:ext cx="2019808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6114288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하자보수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AS</a:t>
            </a:r>
            <a:endParaRPr lang="en-US" sz="1200" dirty="0"/>
          </a:p>
        </p:txBody>
      </p:sp>
      <p:sp>
        <p:nvSpPr>
          <p:cNvPr id="69" name="Shape 67"/>
          <p:cNvSpPr/>
          <p:nvPr/>
        </p:nvSpPr>
        <p:spPr>
          <a:xfrm>
            <a:off x="6591808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6114288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하자보수 접수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AS0101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6591808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6114288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하자보수 접수 내역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AS0201</a:t>
            </a:r>
            <a:endParaRPr lang="en-US" sz="1000" dirty="0"/>
          </a:p>
        </p:txBody>
      </p:sp>
      <p:sp>
        <p:nvSpPr>
          <p:cNvPr id="73" name="Shape 71"/>
          <p:cNvSpPr/>
          <p:nvPr/>
        </p:nvSpPr>
        <p:spPr>
          <a:xfrm>
            <a:off x="6591808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6114288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하자보수 처리 현황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AS0301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4572000" y="868680"/>
            <a:ext cx="3029712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7124192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현장 관리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OW</a:t>
            </a:r>
            <a:endParaRPr lang="en-US" sz="1200" dirty="0"/>
          </a:p>
        </p:txBody>
      </p:sp>
      <p:sp>
        <p:nvSpPr>
          <p:cNvPr id="77" name="Shape 75"/>
          <p:cNvSpPr/>
          <p:nvPr/>
        </p:nvSpPr>
        <p:spPr>
          <a:xfrm>
            <a:off x="7601712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7124192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현장 대시보드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OW0101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7601712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7124192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견적 요청함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OW0201</a:t>
            </a:r>
            <a:endParaRPr lang="en-US" sz="1000" dirty="0"/>
          </a:p>
        </p:txBody>
      </p:sp>
      <p:sp>
        <p:nvSpPr>
          <p:cNvPr id="81" name="Shape 79"/>
          <p:cNvSpPr/>
          <p:nvPr/>
        </p:nvSpPr>
        <p:spPr>
          <a:xfrm>
            <a:off x="7601712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7124192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현장 상세 - 공정 편집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OW0301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7601712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7124192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자재·원가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OW0401</a:t>
            </a:r>
            <a:endParaRPr lang="en-US" sz="1000" dirty="0"/>
          </a:p>
        </p:txBody>
      </p:sp>
      <p:sp>
        <p:nvSpPr>
          <p:cNvPr id="85" name="Shape 83"/>
          <p:cNvSpPr/>
          <p:nvPr/>
        </p:nvSpPr>
        <p:spPr>
          <a:xfrm>
            <a:off x="7601712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7124192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기성 청구·수금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OW0501</a:t>
            </a:r>
            <a:endParaRPr lang="en-US" sz="1000" dirty="0"/>
          </a:p>
        </p:txBody>
      </p:sp>
      <p:sp>
        <p:nvSpPr>
          <p:cNvPr id="87" name="Shape 85"/>
          <p:cNvSpPr/>
          <p:nvPr/>
        </p:nvSpPr>
        <p:spPr>
          <a:xfrm>
            <a:off x="7601712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7124192" y="510235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일정 캘린더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OW0601</a:t>
            </a:r>
            <a:endParaRPr lang="en-US" sz="1000" dirty="0"/>
          </a:p>
        </p:txBody>
      </p:sp>
      <p:sp>
        <p:nvSpPr>
          <p:cNvPr id="89" name="Shape 87"/>
          <p:cNvSpPr/>
          <p:nvPr/>
        </p:nvSpPr>
        <p:spPr>
          <a:xfrm>
            <a:off x="7601712" y="560527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7124192" y="572414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업체 정보·직원 관리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OW0701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4572000" y="868680"/>
            <a:ext cx="403961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8134096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계정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AU</a:t>
            </a:r>
            <a:endParaRPr lang="en-US" sz="1200" dirty="0"/>
          </a:p>
        </p:txBody>
      </p:sp>
      <p:sp>
        <p:nvSpPr>
          <p:cNvPr id="93" name="Shape 91"/>
          <p:cNvSpPr/>
          <p:nvPr/>
        </p:nvSpPr>
        <p:spPr>
          <a:xfrm>
            <a:off x="861161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8134096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AU0101</a:t>
            </a:r>
            <a:endParaRPr lang="en-US" sz="1000" dirty="0"/>
          </a:p>
        </p:txBody>
      </p:sp>
      <p:sp>
        <p:nvSpPr>
          <p:cNvPr id="95" name="Shape 93"/>
          <p:cNvSpPr/>
          <p:nvPr/>
        </p:nvSpPr>
        <p:spPr>
          <a:xfrm>
            <a:off x="861161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8134096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AU0201</a:t>
            </a:r>
            <a:endParaRPr lang="en-US" sz="1000" dirty="0"/>
          </a:p>
        </p:txBody>
      </p:sp>
      <p:sp>
        <p:nvSpPr>
          <p:cNvPr id="97" name="Shape 95"/>
          <p:cNvSpPr/>
          <p:nvPr/>
        </p:nvSpPr>
        <p:spPr>
          <a:xfrm>
            <a:off x="861161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8134096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비밀번호 찾기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AU0301</a:t>
            </a:r>
            <a:endParaRPr lang="en-US" sz="1000" dirty="0"/>
          </a:p>
        </p:txBody>
      </p:sp>
      <p:sp>
        <p:nvSpPr>
          <p:cNvPr id="99" name="Shape 97"/>
          <p:cNvSpPr/>
          <p:nvPr/>
        </p:nvSpPr>
        <p:spPr>
          <a:xfrm>
            <a:off x="8611616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8134096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정보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AU0401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2026-08-24T22:23:47Z</dcterms:created>
  <dcterms:modified xsi:type="dcterms:W3CDTF">2026-08-24T22:23:47Z</dcterms:modified>
</cp:coreProperties>
</file>