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뷰티샵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36418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3641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641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고객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263535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2836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26353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2836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26353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2836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263535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2836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지도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263535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2836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263535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2836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263535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2836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SE-06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090651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99953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예약하기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09065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99953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1단계 - 시술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09065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99953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2단계 - 디자이너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09065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99953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날짜·시간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RE-03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09065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699953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4단계 - 확인 및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RE-04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09065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699953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가능한 시간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090651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699953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RE-06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090651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699953" y="572414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RE-07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090651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699953" y="634593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대기 신청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H="1">
            <a:off x="2917767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27069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291776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27069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예정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91776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27069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91776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27069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91776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27069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91776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27069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MY-05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91776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27069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MY-06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 flipH="1">
            <a:off x="3744884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5418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리뷰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448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35418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37448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5418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7448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54185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RV-03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74488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354185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 - 기간 지남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RV-04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181302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181302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181302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181302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목록 - 예약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181302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 - 매장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181302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접수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ST-05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181302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노쇼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ST-06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008418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운영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MG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53991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008418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3991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008418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MG-02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53991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008418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근무 일정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MG-03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53991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008418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휴무·예약 정책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MG-04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991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008418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사진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MG-05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83553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정보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622623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83553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22623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83553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쿠폰·적립금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AC-02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662651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PT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705334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662651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705334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662651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입점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PT-02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705334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6662651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입점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PT-03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4572000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7489767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SA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788046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489767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SA-01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788046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489767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SA-02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572000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16884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70758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8316884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870758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8316884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870758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8316884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19" name="Shape 117"/>
          <p:cNvSpPr/>
          <p:nvPr/>
        </p:nvSpPr>
        <p:spPr>
          <a:xfrm>
            <a:off x="870758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8316884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870758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8316884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2026-09-07T00:22:04Z</dcterms:created>
  <dcterms:modified xsi:type="dcterms:W3CDTF">2026-09-07T00:22:04Z</dcterms:modified>
</cp:coreProperties>
</file>