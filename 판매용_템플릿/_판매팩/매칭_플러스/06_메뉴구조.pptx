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동네 서비스 매칭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00343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03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3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03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03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03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손님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158826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686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 찾기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882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686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SE0101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5882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686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SE0201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882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686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SE0301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882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686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포트폴리오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SE0401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882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686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고수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SE0501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1917309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9169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RQ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1730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9169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서비스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RQ0101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1730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9169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작성 - 단계별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RQ0201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1730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9169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RQ0301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1730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9169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RQ0401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17309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9169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수정·취소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RQ0501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2675792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1765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받은 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QT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757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1765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57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765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57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765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QT0301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57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1765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선택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QT0401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3434275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7613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채팅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3427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7613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CH0101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3427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7613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>
            <a:off x="4192758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461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결제·이용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9275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3461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PY0101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9275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461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PY0201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9275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461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PY0301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310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요청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95124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310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5124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9310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 - 진행 상황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5124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9310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5158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70972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5158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RV0101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70972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5158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RV0201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006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682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006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PR0101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4682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006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PR0201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682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006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PR0301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4682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006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활동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PR0401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682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0068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프로필·포트폴리오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PR0501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68551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 받기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LD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22669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68551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새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22669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68551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22669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68551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보내기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22669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68551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크레딧 충전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LD0401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27034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진행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JB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98517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27034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JB0101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98517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627034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JB0201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98517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627034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JB0301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0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85517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7436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85517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7436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85517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7436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85517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7436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385517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74365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85517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2026-08-09T13:22:09Z</dcterms:created>
  <dcterms:modified xsi:type="dcterms:W3CDTF">2026-08-09T13:22:09Z</dcterms:modified>
</cp:coreProperties>
</file>