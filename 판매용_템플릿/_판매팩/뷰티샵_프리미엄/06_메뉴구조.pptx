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9144000" cy="5148072"/>
  <p:notesSz cx="5148072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0" y="365760"/>
            <a:ext cx="1828800" cy="502920"/>
          </a:xfrm>
          <a:prstGeom prst="roundRect">
            <a:avLst>
              <a:gd name="adj" fmla="val 9091"/>
            </a:avLst>
          </a:prstGeom>
          <a:solidFill>
            <a:srgbClr val="EEEEF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2024"/>
                </a:solidFill>
              </a:rPr>
              <a:t>뷰티샵 예약 플랫폼 — 상세 IA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 flipH="1">
            <a:off x="436418" y="868680"/>
            <a:ext cx="4135582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" y="1371600"/>
            <a:ext cx="781396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홈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HO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436418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5720" y="1993392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홈 - 비로그인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HO0101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436418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5720" y="2615184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홈 - 고객 로그인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HO0201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 flipH="1">
            <a:off x="1263535" y="868680"/>
            <a:ext cx="3308465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72836" y="1371600"/>
            <a:ext cx="781396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매장 탐색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SE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1263535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872836" y="1993392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매장 목록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SE0101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1263535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72836" y="2615184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매장 목록 - 검색 결과 없음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SE0201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1263535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72836" y="3236976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매장 지도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SE0301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1263535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72836" y="3858768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매장 상세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SE0401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1263535" y="4361688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872836" y="4480560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시술 메뉴 상세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SE0501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1263535" y="498348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872836" y="5102352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디자이너 소개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SE0601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 flipH="1">
            <a:off x="2090651" y="868680"/>
            <a:ext cx="2481349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1699953" y="1371600"/>
            <a:ext cx="781396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예약하기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RE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2090651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1699953" y="1993392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예약 1단계 - 시술 선택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RE0101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2090651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1699953" y="2615184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예약 2단계 - 디자이너 선택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RE0201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2090651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1699953" y="3236976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예약 3단계 - 날짜·시간 선택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RE0301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2090651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1699953" y="3858768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예약 4단계 - 확인 및 결제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RE0401</a:t>
            </a:r>
            <a:endParaRPr lang="en-US" sz="1000" dirty="0"/>
          </a:p>
        </p:txBody>
      </p:sp>
      <p:sp>
        <p:nvSpPr>
          <p:cNvPr id="33" name="Shape 31"/>
          <p:cNvSpPr/>
          <p:nvPr/>
        </p:nvSpPr>
        <p:spPr>
          <a:xfrm>
            <a:off x="2090651" y="4361688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1699953" y="4480560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예약 3단계 - 가능한 시간 없음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RE0501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2090651" y="498348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1699953" y="5102352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예약 완료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RE0601</a:t>
            </a:r>
            <a:endParaRPr lang="en-US" sz="1000" dirty="0"/>
          </a:p>
        </p:txBody>
      </p:sp>
      <p:sp>
        <p:nvSpPr>
          <p:cNvPr id="37" name="Shape 35"/>
          <p:cNvSpPr/>
          <p:nvPr/>
        </p:nvSpPr>
        <p:spPr>
          <a:xfrm>
            <a:off x="2090651" y="560527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1699953" y="5724144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예약 - 결제 실패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RE0701</a:t>
            </a:r>
            <a:endParaRPr lang="en-US" sz="1000" dirty="0"/>
          </a:p>
        </p:txBody>
      </p:sp>
      <p:sp>
        <p:nvSpPr>
          <p:cNvPr id="39" name="Shape 37"/>
          <p:cNvSpPr/>
          <p:nvPr/>
        </p:nvSpPr>
        <p:spPr>
          <a:xfrm>
            <a:off x="2090651" y="622706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1699953" y="6345936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대기 신청 완료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RE0801</a:t>
            </a:r>
            <a:endParaRPr lang="en-US" sz="1000" dirty="0"/>
          </a:p>
        </p:txBody>
      </p:sp>
      <p:sp>
        <p:nvSpPr>
          <p:cNvPr id="41" name="Shape 39"/>
          <p:cNvSpPr/>
          <p:nvPr/>
        </p:nvSpPr>
        <p:spPr>
          <a:xfrm flipH="1">
            <a:off x="2917767" y="868680"/>
            <a:ext cx="1654233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2527069" y="1371600"/>
            <a:ext cx="781396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내 예약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MY</a:t>
            </a:r>
            <a:endParaRPr lang="en-US" sz="1200" dirty="0"/>
          </a:p>
        </p:txBody>
      </p:sp>
      <p:sp>
        <p:nvSpPr>
          <p:cNvPr id="43" name="Shape 41"/>
          <p:cNvSpPr/>
          <p:nvPr/>
        </p:nvSpPr>
        <p:spPr>
          <a:xfrm>
            <a:off x="2917767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2527069" y="1993392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내 예약 - 예정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MY0101</a:t>
            </a:r>
            <a:endParaRPr lang="en-US" sz="1000" dirty="0"/>
          </a:p>
        </p:txBody>
      </p:sp>
      <p:sp>
        <p:nvSpPr>
          <p:cNvPr id="45" name="Shape 43"/>
          <p:cNvSpPr/>
          <p:nvPr/>
        </p:nvSpPr>
        <p:spPr>
          <a:xfrm>
            <a:off x="2917767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2527069" y="2615184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내 예약 - 비어 있음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MY0201</a:t>
            </a:r>
            <a:endParaRPr lang="en-US" sz="1000" dirty="0"/>
          </a:p>
        </p:txBody>
      </p:sp>
      <p:sp>
        <p:nvSpPr>
          <p:cNvPr id="47" name="Shape 45"/>
          <p:cNvSpPr/>
          <p:nvPr/>
        </p:nvSpPr>
        <p:spPr>
          <a:xfrm>
            <a:off x="2917767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2527069" y="3236976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예약 상세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MY0301</a:t>
            </a:r>
            <a:endParaRPr lang="en-US" sz="1000" dirty="0"/>
          </a:p>
        </p:txBody>
      </p:sp>
      <p:sp>
        <p:nvSpPr>
          <p:cNvPr id="49" name="Shape 47"/>
          <p:cNvSpPr/>
          <p:nvPr/>
        </p:nvSpPr>
        <p:spPr>
          <a:xfrm>
            <a:off x="2917767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2527069" y="3858768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예약 변경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MY0401</a:t>
            </a:r>
            <a:endParaRPr lang="en-US" sz="1000" dirty="0"/>
          </a:p>
        </p:txBody>
      </p:sp>
      <p:sp>
        <p:nvSpPr>
          <p:cNvPr id="51" name="Shape 49"/>
          <p:cNvSpPr/>
          <p:nvPr/>
        </p:nvSpPr>
        <p:spPr>
          <a:xfrm>
            <a:off x="2917767" y="4361688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2527069" y="4480560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예약 취소 - 확인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MY0501</a:t>
            </a:r>
            <a:endParaRPr lang="en-US" sz="1000" dirty="0"/>
          </a:p>
        </p:txBody>
      </p:sp>
      <p:sp>
        <p:nvSpPr>
          <p:cNvPr id="53" name="Shape 51"/>
          <p:cNvSpPr/>
          <p:nvPr/>
        </p:nvSpPr>
        <p:spPr>
          <a:xfrm>
            <a:off x="2917767" y="498348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2527069" y="5102352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예약 변경·취소 - 마감됨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MY0601</a:t>
            </a:r>
            <a:endParaRPr lang="en-US" sz="1000" dirty="0"/>
          </a:p>
        </p:txBody>
      </p:sp>
      <p:sp>
        <p:nvSpPr>
          <p:cNvPr id="55" name="Shape 53"/>
          <p:cNvSpPr/>
          <p:nvPr/>
        </p:nvSpPr>
        <p:spPr>
          <a:xfrm flipH="1">
            <a:off x="3744884" y="868680"/>
            <a:ext cx="827116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3354185" y="1371600"/>
            <a:ext cx="781396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리뷰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RV</a:t>
            </a:r>
            <a:endParaRPr lang="en-US" sz="1200" dirty="0"/>
          </a:p>
        </p:txBody>
      </p:sp>
      <p:sp>
        <p:nvSpPr>
          <p:cNvPr id="57" name="Shape 55"/>
          <p:cNvSpPr/>
          <p:nvPr/>
        </p:nvSpPr>
        <p:spPr>
          <a:xfrm>
            <a:off x="3744884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3354185" y="1993392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리뷰 작성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RV0101</a:t>
            </a:r>
            <a:endParaRPr lang="en-US" sz="1000" dirty="0"/>
          </a:p>
        </p:txBody>
      </p:sp>
      <p:sp>
        <p:nvSpPr>
          <p:cNvPr id="59" name="Shape 57"/>
          <p:cNvSpPr/>
          <p:nvPr/>
        </p:nvSpPr>
        <p:spPr>
          <a:xfrm>
            <a:off x="3744884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3354185" y="2615184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매장 리뷰 목록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RV0201</a:t>
            </a:r>
            <a:endParaRPr lang="en-US" sz="1000" dirty="0"/>
          </a:p>
        </p:txBody>
      </p:sp>
      <p:sp>
        <p:nvSpPr>
          <p:cNvPr id="61" name="Shape 59"/>
          <p:cNvSpPr/>
          <p:nvPr/>
        </p:nvSpPr>
        <p:spPr>
          <a:xfrm>
            <a:off x="3744884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3354185" y="3236976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내 리뷰 목록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RV0301</a:t>
            </a:r>
            <a:endParaRPr lang="en-US" sz="1000" dirty="0"/>
          </a:p>
        </p:txBody>
      </p:sp>
      <p:sp>
        <p:nvSpPr>
          <p:cNvPr id="63" name="Shape 61"/>
          <p:cNvSpPr/>
          <p:nvPr/>
        </p:nvSpPr>
        <p:spPr>
          <a:xfrm>
            <a:off x="3744884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4" name="Text 62"/>
          <p:cNvSpPr/>
          <p:nvPr/>
        </p:nvSpPr>
        <p:spPr>
          <a:xfrm>
            <a:off x="3354185" y="3858768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리뷰 작성 - 기간 지남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RV0401</a:t>
            </a:r>
            <a:endParaRPr lang="en-US" sz="1000" dirty="0"/>
          </a:p>
        </p:txBody>
      </p:sp>
      <p:sp>
        <p:nvSpPr>
          <p:cNvPr id="65" name="Shape 63"/>
          <p:cNvSpPr/>
          <p:nvPr/>
        </p:nvSpPr>
        <p:spPr>
          <a:xfrm>
            <a:off x="4572000" y="868680"/>
            <a:ext cx="914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6" name="Text 64"/>
          <p:cNvSpPr/>
          <p:nvPr/>
        </p:nvSpPr>
        <p:spPr>
          <a:xfrm>
            <a:off x="4181302" y="1371600"/>
            <a:ext cx="781396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예약 관리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ST</a:t>
            </a:r>
            <a:endParaRPr lang="en-US" sz="1200" dirty="0"/>
          </a:p>
        </p:txBody>
      </p:sp>
      <p:sp>
        <p:nvSpPr>
          <p:cNvPr id="67" name="Shape 65"/>
          <p:cNvSpPr/>
          <p:nvPr/>
        </p:nvSpPr>
        <p:spPr>
          <a:xfrm>
            <a:off x="4572000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8" name="Text 66"/>
          <p:cNvSpPr/>
          <p:nvPr/>
        </p:nvSpPr>
        <p:spPr>
          <a:xfrm>
            <a:off x="4181302" y="1993392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오늘 예약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ST0101</a:t>
            </a:r>
            <a:endParaRPr lang="en-US" sz="1000" dirty="0"/>
          </a:p>
        </p:txBody>
      </p:sp>
      <p:sp>
        <p:nvSpPr>
          <p:cNvPr id="69" name="Shape 67"/>
          <p:cNvSpPr/>
          <p:nvPr/>
        </p:nvSpPr>
        <p:spPr>
          <a:xfrm>
            <a:off x="4572000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70" name="Text 68"/>
          <p:cNvSpPr/>
          <p:nvPr/>
        </p:nvSpPr>
        <p:spPr>
          <a:xfrm>
            <a:off x="4181302" y="2615184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예약 캘린더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ST0201</a:t>
            </a:r>
            <a:endParaRPr lang="en-US" sz="1000" dirty="0"/>
          </a:p>
        </p:txBody>
      </p:sp>
      <p:sp>
        <p:nvSpPr>
          <p:cNvPr id="71" name="Shape 69"/>
          <p:cNvSpPr/>
          <p:nvPr/>
        </p:nvSpPr>
        <p:spPr>
          <a:xfrm>
            <a:off x="4572000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72" name="Text 70"/>
          <p:cNvSpPr/>
          <p:nvPr/>
        </p:nvSpPr>
        <p:spPr>
          <a:xfrm>
            <a:off x="4181302" y="3236976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예약 목록 - 예약 없음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ST0301</a:t>
            </a:r>
            <a:endParaRPr lang="en-US" sz="1000" dirty="0"/>
          </a:p>
        </p:txBody>
      </p:sp>
      <p:sp>
        <p:nvSpPr>
          <p:cNvPr id="73" name="Shape 71"/>
          <p:cNvSpPr/>
          <p:nvPr/>
        </p:nvSpPr>
        <p:spPr>
          <a:xfrm>
            <a:off x="4572000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74" name="Text 72"/>
          <p:cNvSpPr/>
          <p:nvPr/>
        </p:nvSpPr>
        <p:spPr>
          <a:xfrm>
            <a:off x="4181302" y="3858768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예약 상세 - 매장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ST0401</a:t>
            </a:r>
            <a:endParaRPr lang="en-US" sz="1000" dirty="0"/>
          </a:p>
        </p:txBody>
      </p:sp>
      <p:sp>
        <p:nvSpPr>
          <p:cNvPr id="75" name="Shape 73"/>
          <p:cNvSpPr/>
          <p:nvPr/>
        </p:nvSpPr>
        <p:spPr>
          <a:xfrm>
            <a:off x="4572000" y="4361688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76" name="Text 74"/>
          <p:cNvSpPr/>
          <p:nvPr/>
        </p:nvSpPr>
        <p:spPr>
          <a:xfrm>
            <a:off x="4181302" y="4480560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예약 접수 대기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ST0501</a:t>
            </a:r>
            <a:endParaRPr lang="en-US" sz="1000" dirty="0"/>
          </a:p>
        </p:txBody>
      </p:sp>
      <p:sp>
        <p:nvSpPr>
          <p:cNvPr id="77" name="Shape 75"/>
          <p:cNvSpPr/>
          <p:nvPr/>
        </p:nvSpPr>
        <p:spPr>
          <a:xfrm>
            <a:off x="4572000" y="498348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78" name="Text 76"/>
          <p:cNvSpPr/>
          <p:nvPr/>
        </p:nvSpPr>
        <p:spPr>
          <a:xfrm>
            <a:off x="4181302" y="5102352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노쇼 처리 - 확인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ST0601</a:t>
            </a:r>
            <a:endParaRPr lang="en-US" sz="1000" dirty="0"/>
          </a:p>
        </p:txBody>
      </p:sp>
      <p:sp>
        <p:nvSpPr>
          <p:cNvPr id="79" name="Shape 77"/>
          <p:cNvSpPr/>
          <p:nvPr/>
        </p:nvSpPr>
        <p:spPr>
          <a:xfrm>
            <a:off x="4572000" y="868680"/>
            <a:ext cx="827116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0" name="Text 78"/>
          <p:cNvSpPr/>
          <p:nvPr/>
        </p:nvSpPr>
        <p:spPr>
          <a:xfrm>
            <a:off x="5008418" y="1371600"/>
            <a:ext cx="781396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매장 운영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MG</a:t>
            </a:r>
            <a:endParaRPr lang="en-US" sz="1200" dirty="0"/>
          </a:p>
        </p:txBody>
      </p:sp>
      <p:sp>
        <p:nvSpPr>
          <p:cNvPr id="81" name="Shape 79"/>
          <p:cNvSpPr/>
          <p:nvPr/>
        </p:nvSpPr>
        <p:spPr>
          <a:xfrm>
            <a:off x="5399116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2" name="Text 80"/>
          <p:cNvSpPr/>
          <p:nvPr/>
        </p:nvSpPr>
        <p:spPr>
          <a:xfrm>
            <a:off x="5008418" y="1993392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시술 메뉴 관리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MG0101</a:t>
            </a:r>
            <a:endParaRPr lang="en-US" sz="1000" dirty="0"/>
          </a:p>
        </p:txBody>
      </p:sp>
      <p:sp>
        <p:nvSpPr>
          <p:cNvPr id="83" name="Shape 81"/>
          <p:cNvSpPr/>
          <p:nvPr/>
        </p:nvSpPr>
        <p:spPr>
          <a:xfrm>
            <a:off x="5399116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4" name="Text 82"/>
          <p:cNvSpPr/>
          <p:nvPr/>
        </p:nvSpPr>
        <p:spPr>
          <a:xfrm>
            <a:off x="5008418" y="2615184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디자이너 관리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MG0201</a:t>
            </a:r>
            <a:endParaRPr lang="en-US" sz="1000" dirty="0"/>
          </a:p>
        </p:txBody>
      </p:sp>
      <p:sp>
        <p:nvSpPr>
          <p:cNvPr id="85" name="Shape 83"/>
          <p:cNvSpPr/>
          <p:nvPr/>
        </p:nvSpPr>
        <p:spPr>
          <a:xfrm>
            <a:off x="5399116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6" name="Text 84"/>
          <p:cNvSpPr/>
          <p:nvPr/>
        </p:nvSpPr>
        <p:spPr>
          <a:xfrm>
            <a:off x="5008418" y="3236976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근무 일정 관리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MG0301</a:t>
            </a:r>
            <a:endParaRPr lang="en-US" sz="1000" dirty="0"/>
          </a:p>
        </p:txBody>
      </p:sp>
      <p:sp>
        <p:nvSpPr>
          <p:cNvPr id="87" name="Shape 85"/>
          <p:cNvSpPr/>
          <p:nvPr/>
        </p:nvSpPr>
        <p:spPr>
          <a:xfrm>
            <a:off x="5399116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8" name="Text 86"/>
          <p:cNvSpPr/>
          <p:nvPr/>
        </p:nvSpPr>
        <p:spPr>
          <a:xfrm>
            <a:off x="5008418" y="3858768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휴무·예약 정책 설정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MG0401</a:t>
            </a:r>
            <a:endParaRPr lang="en-US" sz="1000" dirty="0"/>
          </a:p>
        </p:txBody>
      </p:sp>
      <p:sp>
        <p:nvSpPr>
          <p:cNvPr id="89" name="Shape 87"/>
          <p:cNvSpPr/>
          <p:nvPr/>
        </p:nvSpPr>
        <p:spPr>
          <a:xfrm>
            <a:off x="5399116" y="4361688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90" name="Text 88"/>
          <p:cNvSpPr/>
          <p:nvPr/>
        </p:nvSpPr>
        <p:spPr>
          <a:xfrm>
            <a:off x="5008418" y="4480560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사진 업로드 - 실패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MG0501</a:t>
            </a:r>
            <a:endParaRPr lang="en-US" sz="1000" dirty="0"/>
          </a:p>
        </p:txBody>
      </p:sp>
      <p:sp>
        <p:nvSpPr>
          <p:cNvPr id="91" name="Shape 89"/>
          <p:cNvSpPr/>
          <p:nvPr/>
        </p:nvSpPr>
        <p:spPr>
          <a:xfrm>
            <a:off x="4572000" y="868680"/>
            <a:ext cx="1654233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92" name="Text 90"/>
          <p:cNvSpPr/>
          <p:nvPr/>
        </p:nvSpPr>
        <p:spPr>
          <a:xfrm>
            <a:off x="5835535" y="1371600"/>
            <a:ext cx="781396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내 정보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AC</a:t>
            </a:r>
            <a:endParaRPr lang="en-US" sz="1200" dirty="0"/>
          </a:p>
        </p:txBody>
      </p:sp>
      <p:sp>
        <p:nvSpPr>
          <p:cNvPr id="93" name="Shape 91"/>
          <p:cNvSpPr/>
          <p:nvPr/>
        </p:nvSpPr>
        <p:spPr>
          <a:xfrm>
            <a:off x="6226233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94" name="Text 92"/>
          <p:cNvSpPr/>
          <p:nvPr/>
        </p:nvSpPr>
        <p:spPr>
          <a:xfrm>
            <a:off x="5835535" y="1993392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내 정보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AC0101</a:t>
            </a:r>
            <a:endParaRPr lang="en-US" sz="1000" dirty="0"/>
          </a:p>
        </p:txBody>
      </p:sp>
      <p:sp>
        <p:nvSpPr>
          <p:cNvPr id="95" name="Shape 93"/>
          <p:cNvSpPr/>
          <p:nvPr/>
        </p:nvSpPr>
        <p:spPr>
          <a:xfrm>
            <a:off x="6226233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96" name="Text 94"/>
          <p:cNvSpPr/>
          <p:nvPr/>
        </p:nvSpPr>
        <p:spPr>
          <a:xfrm>
            <a:off x="5835535" y="2615184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쿠폰·적립금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AC0201</a:t>
            </a:r>
            <a:endParaRPr lang="en-US" sz="1000" dirty="0"/>
          </a:p>
        </p:txBody>
      </p:sp>
      <p:sp>
        <p:nvSpPr>
          <p:cNvPr id="97" name="Shape 95"/>
          <p:cNvSpPr/>
          <p:nvPr/>
        </p:nvSpPr>
        <p:spPr>
          <a:xfrm>
            <a:off x="4572000" y="868680"/>
            <a:ext cx="2481349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98" name="Text 96"/>
          <p:cNvSpPr/>
          <p:nvPr/>
        </p:nvSpPr>
        <p:spPr>
          <a:xfrm>
            <a:off x="6662651" y="1371600"/>
            <a:ext cx="781396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매장 홈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PT</a:t>
            </a:r>
            <a:endParaRPr lang="en-US" sz="1200" dirty="0"/>
          </a:p>
        </p:txBody>
      </p:sp>
      <p:sp>
        <p:nvSpPr>
          <p:cNvPr id="99" name="Shape 97"/>
          <p:cNvSpPr/>
          <p:nvPr/>
        </p:nvSpPr>
        <p:spPr>
          <a:xfrm>
            <a:off x="7053349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00" name="Text 98"/>
          <p:cNvSpPr/>
          <p:nvPr/>
        </p:nvSpPr>
        <p:spPr>
          <a:xfrm>
            <a:off x="6662651" y="1993392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매장 홈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PT0101</a:t>
            </a:r>
            <a:endParaRPr lang="en-US" sz="1000" dirty="0"/>
          </a:p>
        </p:txBody>
      </p:sp>
      <p:sp>
        <p:nvSpPr>
          <p:cNvPr id="101" name="Shape 99"/>
          <p:cNvSpPr/>
          <p:nvPr/>
        </p:nvSpPr>
        <p:spPr>
          <a:xfrm>
            <a:off x="7053349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02" name="Text 100"/>
          <p:cNvSpPr/>
          <p:nvPr/>
        </p:nvSpPr>
        <p:spPr>
          <a:xfrm>
            <a:off x="6662651" y="2615184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매장 입점 신청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PT0201</a:t>
            </a:r>
            <a:endParaRPr lang="en-US" sz="1000" dirty="0"/>
          </a:p>
        </p:txBody>
      </p:sp>
      <p:sp>
        <p:nvSpPr>
          <p:cNvPr id="103" name="Shape 101"/>
          <p:cNvSpPr/>
          <p:nvPr/>
        </p:nvSpPr>
        <p:spPr>
          <a:xfrm>
            <a:off x="7053349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04" name="Text 102"/>
          <p:cNvSpPr/>
          <p:nvPr/>
        </p:nvSpPr>
        <p:spPr>
          <a:xfrm>
            <a:off x="6662651" y="3236976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입점 심사 중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PT0301</a:t>
            </a:r>
            <a:endParaRPr lang="en-US" sz="1000" dirty="0"/>
          </a:p>
        </p:txBody>
      </p:sp>
      <p:sp>
        <p:nvSpPr>
          <p:cNvPr id="105" name="Shape 103"/>
          <p:cNvSpPr/>
          <p:nvPr/>
        </p:nvSpPr>
        <p:spPr>
          <a:xfrm>
            <a:off x="4572000" y="868680"/>
            <a:ext cx="3308465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06" name="Text 104"/>
          <p:cNvSpPr/>
          <p:nvPr/>
        </p:nvSpPr>
        <p:spPr>
          <a:xfrm>
            <a:off x="7489767" y="1371600"/>
            <a:ext cx="781396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정산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SA</a:t>
            </a:r>
            <a:endParaRPr lang="en-US" sz="1200" dirty="0"/>
          </a:p>
        </p:txBody>
      </p:sp>
      <p:sp>
        <p:nvSpPr>
          <p:cNvPr id="107" name="Shape 105"/>
          <p:cNvSpPr/>
          <p:nvPr/>
        </p:nvSpPr>
        <p:spPr>
          <a:xfrm>
            <a:off x="7880465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08" name="Text 106"/>
          <p:cNvSpPr/>
          <p:nvPr/>
        </p:nvSpPr>
        <p:spPr>
          <a:xfrm>
            <a:off x="7489767" y="1993392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매장 정산 내역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SA0101</a:t>
            </a:r>
            <a:endParaRPr lang="en-US" sz="1000" dirty="0"/>
          </a:p>
        </p:txBody>
      </p:sp>
      <p:sp>
        <p:nvSpPr>
          <p:cNvPr id="109" name="Shape 107"/>
          <p:cNvSpPr/>
          <p:nvPr/>
        </p:nvSpPr>
        <p:spPr>
          <a:xfrm>
            <a:off x="7880465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10" name="Text 108"/>
          <p:cNvSpPr/>
          <p:nvPr/>
        </p:nvSpPr>
        <p:spPr>
          <a:xfrm>
            <a:off x="7489767" y="2615184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정산 내역 - 내역 없음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SA0201</a:t>
            </a:r>
            <a:endParaRPr lang="en-US" sz="1000" dirty="0"/>
          </a:p>
        </p:txBody>
      </p:sp>
      <p:sp>
        <p:nvSpPr>
          <p:cNvPr id="111" name="Shape 109"/>
          <p:cNvSpPr/>
          <p:nvPr/>
        </p:nvSpPr>
        <p:spPr>
          <a:xfrm>
            <a:off x="4572000" y="868680"/>
            <a:ext cx="4135582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12" name="Text 110"/>
          <p:cNvSpPr/>
          <p:nvPr/>
        </p:nvSpPr>
        <p:spPr>
          <a:xfrm>
            <a:off x="8316884" y="1371600"/>
            <a:ext cx="781396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계정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AU</a:t>
            </a:r>
            <a:endParaRPr lang="en-US" sz="1200" dirty="0"/>
          </a:p>
        </p:txBody>
      </p:sp>
      <p:sp>
        <p:nvSpPr>
          <p:cNvPr id="113" name="Shape 111"/>
          <p:cNvSpPr/>
          <p:nvPr/>
        </p:nvSpPr>
        <p:spPr>
          <a:xfrm>
            <a:off x="8707582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14" name="Text 112"/>
          <p:cNvSpPr/>
          <p:nvPr/>
        </p:nvSpPr>
        <p:spPr>
          <a:xfrm>
            <a:off x="8316884" y="1993392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로그인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AU0101</a:t>
            </a:r>
            <a:endParaRPr lang="en-US" sz="1000" dirty="0"/>
          </a:p>
        </p:txBody>
      </p:sp>
      <p:sp>
        <p:nvSpPr>
          <p:cNvPr id="115" name="Shape 113"/>
          <p:cNvSpPr/>
          <p:nvPr/>
        </p:nvSpPr>
        <p:spPr>
          <a:xfrm>
            <a:off x="8707582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16" name="Text 114"/>
          <p:cNvSpPr/>
          <p:nvPr/>
        </p:nvSpPr>
        <p:spPr>
          <a:xfrm>
            <a:off x="8316884" y="2615184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회원가입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AU0201</a:t>
            </a:r>
            <a:endParaRPr lang="en-US" sz="1000" dirty="0"/>
          </a:p>
        </p:txBody>
      </p:sp>
      <p:sp>
        <p:nvSpPr>
          <p:cNvPr id="117" name="Shape 115"/>
          <p:cNvSpPr/>
          <p:nvPr/>
        </p:nvSpPr>
        <p:spPr>
          <a:xfrm>
            <a:off x="8707582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18" name="Text 116"/>
          <p:cNvSpPr/>
          <p:nvPr/>
        </p:nvSpPr>
        <p:spPr>
          <a:xfrm>
            <a:off x="8316884" y="3236976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회원가입 - 휴대폰 인증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AU0301</a:t>
            </a:r>
            <a:endParaRPr lang="en-US" sz="1000" dirty="0"/>
          </a:p>
        </p:txBody>
      </p:sp>
      <p:sp>
        <p:nvSpPr>
          <p:cNvPr id="119" name="Shape 117"/>
          <p:cNvSpPr/>
          <p:nvPr/>
        </p:nvSpPr>
        <p:spPr>
          <a:xfrm>
            <a:off x="8707582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20" name="Text 118"/>
          <p:cNvSpPr/>
          <p:nvPr/>
        </p:nvSpPr>
        <p:spPr>
          <a:xfrm>
            <a:off x="8316884" y="3858768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회원가입 완료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AU0401</a:t>
            </a:r>
            <a:endParaRPr lang="en-US" sz="1000" dirty="0"/>
          </a:p>
        </p:txBody>
      </p:sp>
      <p:sp>
        <p:nvSpPr>
          <p:cNvPr id="121" name="Shape 119"/>
          <p:cNvSpPr/>
          <p:nvPr/>
        </p:nvSpPr>
        <p:spPr>
          <a:xfrm>
            <a:off x="8707582" y="4361688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22" name="Text 120"/>
          <p:cNvSpPr/>
          <p:nvPr/>
        </p:nvSpPr>
        <p:spPr>
          <a:xfrm>
            <a:off x="8316884" y="4480560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비밀번호 찾기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AU0501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2026-08-09T18:59:25Z</dcterms:created>
  <dcterms:modified xsi:type="dcterms:W3CDTF">2026-08-09T18:59:25Z</dcterms:modified>
</cp:coreProperties>
</file>