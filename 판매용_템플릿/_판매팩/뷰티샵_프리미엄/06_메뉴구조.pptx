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뷰티샵 예약 플랫폼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36418" y="868680"/>
            <a:ext cx="413558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3641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3641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고객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263535" y="868680"/>
            <a:ext cx="330846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2836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26353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72836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SE0101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26353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2836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SE0201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263535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72836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지도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SE0301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263535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2836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SE0401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263535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72836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시술 메뉴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SE0501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263535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72836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디자이너 소개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SE0601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H="1">
            <a:off x="2090651" y="868680"/>
            <a:ext cx="248134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699953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예약하기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09065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699953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1단계 - 시술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RE0101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09065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699953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2단계 - 디자이너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RE0201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09065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699953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3단계 - 날짜·시간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RE0301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09065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699953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4단계 - 확인 및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RE0401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090651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699953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3단계 - 가능한 시간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RE0501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090651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699953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RE0601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090651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699953" y="572414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- 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RE0701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090651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699953" y="634593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대기 신청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RE0801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H="1">
            <a:off x="2917767" y="868680"/>
            <a:ext cx="165423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527069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예약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291776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527069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예약 - 예정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291776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527069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예약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291776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27069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291776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527069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변경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MY0401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291776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527069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취소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MY0501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2917767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527069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변경·취소 - 마감됨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MY0601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 flipH="1">
            <a:off x="3744884" y="868680"/>
            <a:ext cx="8271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354185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리뷰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7448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354185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리뷰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RV0101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37448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354185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리뷰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RV0201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374488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3354185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리뷰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RV0301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374488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354185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리뷰 작성 - 기간 지남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RV0401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181302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181302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오늘 예약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ST0101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181302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캘린더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ST0201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4181302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목록 - 예약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ST0301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181302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 - 매장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ST0401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181302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접수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ST0501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181302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노쇼 처리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ST0601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4572000" y="868680"/>
            <a:ext cx="8271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5008418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운영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MG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53991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5008418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시술 메뉴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MG0101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53991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5008418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디자이너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MG0201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53991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5008418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근무 일정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MG0301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539911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5008418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휴무·예약 정책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MG0401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539911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008418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사진 업로드 -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MG0501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4572000" y="868680"/>
            <a:ext cx="165423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5835535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정보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AC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622623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5835535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AC0101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622623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5835535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쿠폰·적립금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AC0201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4572000" y="868680"/>
            <a:ext cx="248134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6662651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PT</a:t>
            </a:r>
            <a:endParaRPr lang="en-US" sz="1200" dirty="0"/>
          </a:p>
        </p:txBody>
      </p:sp>
      <p:sp>
        <p:nvSpPr>
          <p:cNvPr id="99" name="Shape 97"/>
          <p:cNvSpPr/>
          <p:nvPr/>
        </p:nvSpPr>
        <p:spPr>
          <a:xfrm>
            <a:off x="705334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6662651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PT0101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705334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6662651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입점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PT0201</a:t>
            </a:r>
            <a:endParaRPr lang="en-US" sz="1000" dirty="0"/>
          </a:p>
        </p:txBody>
      </p:sp>
      <p:sp>
        <p:nvSpPr>
          <p:cNvPr id="103" name="Shape 101"/>
          <p:cNvSpPr/>
          <p:nvPr/>
        </p:nvSpPr>
        <p:spPr>
          <a:xfrm>
            <a:off x="705334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6662651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입점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PT0301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4572000" y="868680"/>
            <a:ext cx="330846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7489767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SA</a:t>
            </a:r>
            <a:endParaRPr lang="en-US" sz="1200" dirty="0"/>
          </a:p>
        </p:txBody>
      </p:sp>
      <p:sp>
        <p:nvSpPr>
          <p:cNvPr id="107" name="Shape 105"/>
          <p:cNvSpPr/>
          <p:nvPr/>
        </p:nvSpPr>
        <p:spPr>
          <a:xfrm>
            <a:off x="788046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7489767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SA0101</a:t>
            </a:r>
            <a:endParaRPr lang="en-US" sz="1000" dirty="0"/>
          </a:p>
        </p:txBody>
      </p:sp>
      <p:sp>
        <p:nvSpPr>
          <p:cNvPr id="109" name="Shape 107"/>
          <p:cNvSpPr/>
          <p:nvPr/>
        </p:nvSpPr>
        <p:spPr>
          <a:xfrm>
            <a:off x="788046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7489767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SA0201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4572000" y="868680"/>
            <a:ext cx="413558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8316884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70758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8316884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AU0101</a:t>
            </a:r>
            <a:endParaRPr lang="en-US" sz="1000" dirty="0"/>
          </a:p>
        </p:txBody>
      </p:sp>
      <p:sp>
        <p:nvSpPr>
          <p:cNvPr id="115" name="Shape 113"/>
          <p:cNvSpPr/>
          <p:nvPr/>
        </p:nvSpPr>
        <p:spPr>
          <a:xfrm>
            <a:off x="870758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8316884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AU0201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870758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8316884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AU0301</a:t>
            </a:r>
            <a:endParaRPr lang="en-US" sz="1000" dirty="0"/>
          </a:p>
        </p:txBody>
      </p:sp>
      <p:sp>
        <p:nvSpPr>
          <p:cNvPr id="119" name="Shape 117"/>
          <p:cNvSpPr/>
          <p:nvPr/>
        </p:nvSpPr>
        <p:spPr>
          <a:xfrm>
            <a:off x="870758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8316884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AU0401</a:t>
            </a:r>
            <a:endParaRPr lang="en-US" sz="1000" dirty="0"/>
          </a:p>
        </p:txBody>
      </p:sp>
      <p:sp>
        <p:nvSpPr>
          <p:cNvPr id="121" name="Shape 119"/>
          <p:cNvSpPr/>
          <p:nvPr/>
        </p:nvSpPr>
        <p:spPr>
          <a:xfrm>
            <a:off x="870758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8316884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AU0501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2026-09-02T09:18:24Z</dcterms:created>
  <dcterms:modified xsi:type="dcterms:W3CDTF">2026-09-02T09:18:24Z</dcterms:modified>
</cp:coreProperties>
</file>