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8072"/>
  <p:notesSz cx="5148072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502920"/>
          </a:xfrm>
          <a:prstGeom prst="roundRect">
            <a:avLst>
              <a:gd name="adj" fmla="val 9091"/>
            </a:avLst>
          </a:prstGeom>
          <a:solidFill>
            <a:srgbClr val="EEEE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F2024"/>
                </a:solidFill>
              </a:rPr>
              <a:t>인테리어 시공 견적·시공관리</a:t>
            </a:r>
            <a:endParaRPr lang="en-US" sz="1200" dirty="0"/>
          </a:p>
        </p:txBody>
      </p:sp>
      <p:sp>
        <p:nvSpPr>
          <p:cNvPr id="3" name="Shape 1"/>
          <p:cNvSpPr/>
          <p:nvPr/>
        </p:nvSpPr>
        <p:spPr>
          <a:xfrm flipH="1">
            <a:off x="532384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홈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HO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3238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HO-01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3238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 분야 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HO-02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3238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비용 안내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HO-03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 flipH="1">
            <a:off x="1542288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6476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시공사례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154228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6476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목록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CS-01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154228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6476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CS-02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154228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6476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시공사례 - 결과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CS-03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1542288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064768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자재·마감 둘러보기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CS-04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 flipH="1">
            <a:off x="2552192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07467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견적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ES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55219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07467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조건 입력 - 단계별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55219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07467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결과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ES-02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255219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207467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항목 상세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ES-03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255219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07467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저장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ES-04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55219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07467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견주기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ES-05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 flipH="1">
            <a:off x="3562096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08457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실측 예약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VS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56209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8457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방문 실측 예약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VS-01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56209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08457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내용 확인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VS-02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56209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08457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완료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VS-03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356209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308457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예약 변경·취소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VS-04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4572000" y="868680"/>
            <a:ext cx="91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094480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계약·결제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CT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4572000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094480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계약서 확인·서명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CT-01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4572000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94480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계약금 결제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CT-02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4572000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094480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완료 - 계약 성사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CT-03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572000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094480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결제 실패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CT-04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572000" y="868680"/>
            <a:ext cx="1009904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104384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공사 진행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PR</a:t>
            </a:r>
            <a:endParaRPr lang="en-US" sz="1200" dirty="0"/>
          </a:p>
        </p:txBody>
      </p:sp>
      <p:sp>
        <p:nvSpPr>
          <p:cNvPr id="55" name="Shape 53"/>
          <p:cNvSpPr/>
          <p:nvPr/>
        </p:nvSpPr>
        <p:spPr>
          <a:xfrm>
            <a:off x="5581904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104384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공정표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PR-01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5581904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104384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오늘 현장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PR-02</a:t>
            </a:r>
            <a:endParaRPr lang="en-US" sz="1000" dirty="0"/>
          </a:p>
        </p:txBody>
      </p:sp>
      <p:sp>
        <p:nvSpPr>
          <p:cNvPr id="59" name="Shape 57"/>
          <p:cNvSpPr/>
          <p:nvPr/>
        </p:nvSpPr>
        <p:spPr>
          <a:xfrm>
            <a:off x="5581904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104384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사진 일지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PR-03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5581904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5104384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추가공사 변경 견적 승인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PR-04</a:t>
            </a:r>
            <a:endParaRPr lang="en-US" sz="1000" dirty="0"/>
          </a:p>
        </p:txBody>
      </p:sp>
      <p:sp>
        <p:nvSpPr>
          <p:cNvPr id="63" name="Shape 61"/>
          <p:cNvSpPr/>
          <p:nvPr/>
        </p:nvSpPr>
        <p:spPr>
          <a:xfrm>
            <a:off x="5581904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5104384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준공 검수 체크리스트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PR-05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581904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104384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공사 진행 - 진행 중 없음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PR-06</a:t>
            </a:r>
            <a:endParaRPr lang="en-US" sz="1000" dirty="0"/>
          </a:p>
        </p:txBody>
      </p:sp>
      <p:sp>
        <p:nvSpPr>
          <p:cNvPr id="67" name="Shape 65"/>
          <p:cNvSpPr/>
          <p:nvPr/>
        </p:nvSpPr>
        <p:spPr>
          <a:xfrm>
            <a:off x="4572000" y="868680"/>
            <a:ext cx="2019808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6114288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하자보수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AS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6591808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114288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AS-01</a:t>
            </a:r>
            <a:endParaRPr lang="en-US" sz="1000" dirty="0"/>
          </a:p>
        </p:txBody>
      </p:sp>
      <p:sp>
        <p:nvSpPr>
          <p:cNvPr id="71" name="Shape 69"/>
          <p:cNvSpPr/>
          <p:nvPr/>
        </p:nvSpPr>
        <p:spPr>
          <a:xfrm>
            <a:off x="6591808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114288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접수 내역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AS-02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6591808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6114288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하자보수 처리 현황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AS-03</a:t>
            </a:r>
            <a:endParaRPr lang="en-US" sz="1000" dirty="0"/>
          </a:p>
        </p:txBody>
      </p:sp>
      <p:sp>
        <p:nvSpPr>
          <p:cNvPr id="75" name="Shape 73"/>
          <p:cNvSpPr/>
          <p:nvPr/>
        </p:nvSpPr>
        <p:spPr>
          <a:xfrm>
            <a:off x="4572000" y="868680"/>
            <a:ext cx="3029712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7124192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현장 관리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OW</a:t>
            </a:r>
            <a:endParaRPr lang="en-US" sz="1200" dirty="0"/>
          </a:p>
        </p:txBody>
      </p:sp>
      <p:sp>
        <p:nvSpPr>
          <p:cNvPr id="77" name="Shape 75"/>
          <p:cNvSpPr/>
          <p:nvPr/>
        </p:nvSpPr>
        <p:spPr>
          <a:xfrm>
            <a:off x="7601712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7124192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대시보드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OW-01</a:t>
            </a:r>
            <a:endParaRPr lang="en-US" sz="1000" dirty="0"/>
          </a:p>
        </p:txBody>
      </p:sp>
      <p:sp>
        <p:nvSpPr>
          <p:cNvPr id="79" name="Shape 77"/>
          <p:cNvSpPr/>
          <p:nvPr/>
        </p:nvSpPr>
        <p:spPr>
          <a:xfrm>
            <a:off x="7601712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124192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견적 요청함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OW-02</a:t>
            </a:r>
            <a:endParaRPr lang="en-US" sz="1000" dirty="0"/>
          </a:p>
        </p:txBody>
      </p:sp>
      <p:sp>
        <p:nvSpPr>
          <p:cNvPr id="81" name="Shape 79"/>
          <p:cNvSpPr/>
          <p:nvPr/>
        </p:nvSpPr>
        <p:spPr>
          <a:xfrm>
            <a:off x="7601712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7124192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현장 상세 - 공정 편집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OW-03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7601712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124192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자재·원가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OW-04</a:t>
            </a:r>
            <a:endParaRPr lang="en-US" sz="1000" dirty="0"/>
          </a:p>
        </p:txBody>
      </p:sp>
      <p:sp>
        <p:nvSpPr>
          <p:cNvPr id="85" name="Shape 83"/>
          <p:cNvSpPr/>
          <p:nvPr/>
        </p:nvSpPr>
        <p:spPr>
          <a:xfrm>
            <a:off x="7601712" y="4361688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124192" y="448056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기성 청구·수금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OW-05</a:t>
            </a:r>
            <a:endParaRPr lang="en-US" sz="1000" dirty="0"/>
          </a:p>
        </p:txBody>
      </p:sp>
      <p:sp>
        <p:nvSpPr>
          <p:cNvPr id="87" name="Shape 85"/>
          <p:cNvSpPr/>
          <p:nvPr/>
        </p:nvSpPr>
        <p:spPr>
          <a:xfrm>
            <a:off x="7601712" y="498348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7124192" y="510235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일정 캘린더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OW-06</a:t>
            </a:r>
            <a:endParaRPr lang="en-US" sz="1000" dirty="0"/>
          </a:p>
        </p:txBody>
      </p:sp>
      <p:sp>
        <p:nvSpPr>
          <p:cNvPr id="89" name="Shape 87"/>
          <p:cNvSpPr/>
          <p:nvPr/>
        </p:nvSpPr>
        <p:spPr>
          <a:xfrm>
            <a:off x="7601712" y="560527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7124192" y="572414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업체 정보·직원 관리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OW-07</a:t>
            </a:r>
            <a:endParaRPr lang="en-US" sz="1000" dirty="0"/>
          </a:p>
        </p:txBody>
      </p:sp>
      <p:sp>
        <p:nvSpPr>
          <p:cNvPr id="91" name="Shape 89"/>
          <p:cNvSpPr/>
          <p:nvPr/>
        </p:nvSpPr>
        <p:spPr>
          <a:xfrm>
            <a:off x="4572000" y="868680"/>
            <a:ext cx="4039616" cy="502920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8134096" y="1371600"/>
            <a:ext cx="955040" cy="502920"/>
          </a:xfrm>
          <a:prstGeom prst="roundRect">
            <a:avLst>
              <a:gd name="adj" fmla="val 9091"/>
            </a:avLst>
          </a:prstGeom>
          <a:solidFill>
            <a:srgbClr val="E4762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계정</a:t>
            </a:r>
            <a:pPr algn="ctr" indent="0" marL="0">
              <a:buNone/>
            </a:pPr>
            <a:r>
              <a:rPr lang="en-US" sz="900" dirty="0">
                <a:solidFill>
                  <a:srgbClr val="FBE7D3"/>
                </a:solidFill>
              </a:rPr>
              <a:t>  AU</a:t>
            </a:r>
            <a:endParaRPr lang="en-US" sz="1200" dirty="0"/>
          </a:p>
        </p:txBody>
      </p:sp>
      <p:sp>
        <p:nvSpPr>
          <p:cNvPr id="93" name="Shape 91"/>
          <p:cNvSpPr/>
          <p:nvPr/>
        </p:nvSpPr>
        <p:spPr>
          <a:xfrm>
            <a:off x="8611616" y="1874520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134096" y="1993392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로그인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AU-01</a:t>
            </a:r>
            <a:endParaRPr lang="en-US" sz="1000" dirty="0"/>
          </a:p>
        </p:txBody>
      </p:sp>
      <p:sp>
        <p:nvSpPr>
          <p:cNvPr id="95" name="Shape 93"/>
          <p:cNvSpPr/>
          <p:nvPr/>
        </p:nvSpPr>
        <p:spPr>
          <a:xfrm>
            <a:off x="8611616" y="2496312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8134096" y="2615184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회원가입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AU-02</a:t>
            </a:r>
            <a:endParaRPr lang="en-US" sz="1000" dirty="0"/>
          </a:p>
        </p:txBody>
      </p:sp>
      <p:sp>
        <p:nvSpPr>
          <p:cNvPr id="97" name="Shape 95"/>
          <p:cNvSpPr/>
          <p:nvPr/>
        </p:nvSpPr>
        <p:spPr>
          <a:xfrm>
            <a:off x="8611616" y="3118104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134096" y="3236976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비밀번호 찾기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AU-03</a:t>
            </a:r>
            <a:endParaRPr lang="en-US" sz="1000" dirty="0"/>
          </a:p>
        </p:txBody>
      </p:sp>
      <p:sp>
        <p:nvSpPr>
          <p:cNvPr id="99" name="Shape 97"/>
          <p:cNvSpPr/>
          <p:nvPr/>
        </p:nvSpPr>
        <p:spPr>
          <a:xfrm>
            <a:off x="8611616" y="3739896"/>
            <a:ext cx="914" cy="118872"/>
          </a:xfrm>
          <a:prstGeom prst="line">
            <a:avLst/>
          </a:prstGeom>
          <a:noFill/>
          <a:ln w="12700">
            <a:solidFill>
              <a:srgbClr val="E2D3AE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8134096" y="3858768"/>
            <a:ext cx="955040" cy="50292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2700">
            <a:solidFill>
              <a:srgbClr val="E2D3AE"/>
            </a:solidFill>
          </a:ln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1F2024"/>
                </a:solidFill>
              </a:rPr>
              <a:t>내 정보</a:t>
            </a:r>
            <a:pPr algn="ctr" indent="0" marL="0">
              <a:buNone/>
            </a:pPr>
            <a:endParaRPr lang="en-US" sz="1000" dirty="0"/>
          </a:p>
          <a:p>
            <a:pPr algn="ctr" indent="0" marL="0">
              <a:buNone/>
            </a:pPr>
            <a:r>
              <a:rPr lang="en-US" sz="800" dirty="0">
                <a:solidFill>
                  <a:srgbClr val="6B6F76"/>
                </a:solidFill>
              </a:rPr>
              <a:t>AU-04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2026-09-02T09:18:22Z</dcterms:created>
  <dcterms:modified xsi:type="dcterms:W3CDTF">2026-09-02T09:18:22Z</dcterms:modified>
</cp:coreProperties>
</file>