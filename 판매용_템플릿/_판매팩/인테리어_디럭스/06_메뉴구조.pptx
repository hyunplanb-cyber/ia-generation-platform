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인테리어 시공 견적·시공관리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 분야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323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비용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시공사례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54228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6476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자재·마감 둘러보기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견적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조건 입력 - 단계별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ES-01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ES-02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항목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ES-03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저장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ES-04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견주기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ES-05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실측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VS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방문 실측 예약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내용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VS-03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변경·취소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VS-04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계약서 확인·서명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계약금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CT-02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완료 - 계약 성사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CT-03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CT-04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공사 진행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공정표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현장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PR-02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사진 일지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PR-03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추가공사 변경 견적 승인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PR-04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58190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준공 검수 체크리스트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PR-05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581904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공사 진행 - 진행 중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PR-06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하자보수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AS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접수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AS-01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접수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AS-02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처리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AS-03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현장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OW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요청함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OW-02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상세 - 공정 편집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OW-03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자재·원가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OW-04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60171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12419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기성 청구·수금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OW-05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60171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일정 캘린더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OW-06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601712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572414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업체 정보·직원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OW-07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6116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2026-08-31T03:43:54Z</dcterms:created>
  <dcterms:modified xsi:type="dcterms:W3CDTF">2026-08-31T03:43:54Z</dcterms:modified>
</cp:coreProperties>
</file>