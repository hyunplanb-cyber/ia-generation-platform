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반려견 유치원 등원 예약·운영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32384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23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23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요금·코스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238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시설·프로그램 소개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HO0301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238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편성 기준 소개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HO0401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238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이벤트·공지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HO0501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1542288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476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반려견 등록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4228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476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 등록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PL0101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4228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476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백신 접종 기록 업로드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PL0201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4228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476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건강·특이사항 입력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PL0301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4228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476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 프로필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PL0401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H="1">
            <a:off x="2552192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467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등원 예약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521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467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방법 고르기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RE0101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21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467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정기 등원 요일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RE0201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521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7467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낱개 예약 - 날짜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RE0301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521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7467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배정 결과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RE0401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5219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7467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RE0501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52192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74672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RE0601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H="1">
            <a:off x="3562096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457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56209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8457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MY0101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209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8457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회차권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MY0201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56209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8457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정기 등원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MY0301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6209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8457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MY0401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6209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84576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MY0501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4480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등하원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94480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오늘 등원 현황판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AT0101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94480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등원 체크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AT0201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94480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하원 체크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AT0301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94480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편성 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AT0401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94480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결석·지각 처리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AT0501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438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알림장 작성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NW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58190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438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NW0101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58190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0438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사진 첨부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NW0201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58190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0438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발송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NW0301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8190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0438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발송 이력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NW0401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0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428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건강·안전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HL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65918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428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백신 만료 대시보드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HL0101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5918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428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반려견별 건강기록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HL0201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5918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1428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사고·특이사항 기록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HL0301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5918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1428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보호자 알림 발송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HL0401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0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2419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원 관리자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MG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60171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2419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정원·요금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MG0101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60171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2419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배정 규칙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MG0201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60171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2419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정산·매출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MG0301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60171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2419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직원·계정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MG0401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60171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12419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운영자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MG0501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572000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3409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86116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3409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CS0101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6116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409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CS0201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6116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3409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공지사항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CS0301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2026-09-08T07:09:30Z</dcterms:created>
  <dcterms:modified xsi:type="dcterms:W3CDTF">2026-09-08T07:09:30Z</dcterms:modified>
</cp:coreProperties>
</file>