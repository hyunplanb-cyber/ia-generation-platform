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인테리어 시공 견적·시공관리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 분야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시공사례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자재·마감 둘러보기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조건 입력 - 단계별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항목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저장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견주기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ES-05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실측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방문 실측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내용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VS-04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계약서 확인·서명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계약금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 - 계약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공사 진행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공정표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현장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사진 일지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추가공사 변경 견적 승인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준공 검수 체크리스트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81904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공사 진행 - 진행 중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하자보수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AS-01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AS-02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처리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AS-03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현장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OW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요청함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상세 - 공정 편집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자재·원가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기성 청구·수금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일정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OW-06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업체 정보·직원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OW-07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AU-03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AU-04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2026-09-08T07:09:20Z</dcterms:created>
  <dcterms:modified xsi:type="dcterms:W3CDTF">2026-09-08T07:09:20Z</dcterms:modified>
</cp:coreProperties>
</file>