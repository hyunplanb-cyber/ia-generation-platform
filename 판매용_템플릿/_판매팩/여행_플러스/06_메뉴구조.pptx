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해외 투어·티켓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682534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253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253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여행지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253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253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3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테마 기획전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HO0501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979023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069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상품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7902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5069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902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069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7902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5069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날짜·옵션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902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5069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패스 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79023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5069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9023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5069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마감·품절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PR0601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79023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5069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전체보기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PR0701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79023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5069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상품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PR0801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75511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1557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7551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61557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551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1557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8046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8046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여행자 정보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BK0101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8046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BK0201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8046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BK0301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58046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BK0401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8046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확정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BK0501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8046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최소 인원 미달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BK0601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534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바우처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86848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4534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VC0101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6848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4534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VC0201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6848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4534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만료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VC0301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6848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4534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재발급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VC0401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51023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16497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1023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6497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1023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16497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51023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6497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51023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6497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51023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16497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51023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MY0601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64977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51023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 불가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MY0701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64977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51023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MY0801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64977" y="684885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51023" y="696772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MY0901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64977" y="747064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51023" y="758952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여정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MY1001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164977" y="809244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51023" y="821131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64977" y="871423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51023" y="883310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164977" y="933602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51023" y="945489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계정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MY1301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47511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46146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47511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46146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47511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46146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7511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6146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47511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46146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47511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규정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2026-08-09T15:17:13Z</dcterms:created>
  <dcterms:modified xsi:type="dcterms:W3CDTF">2026-08-09T15:17:13Z</dcterms:modified>
</cp:coreProperties>
</file>