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장비 렌탈·대여 예약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9817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1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1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카테고리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1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기간으로 찾기 -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1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결과 없음 - 그 기간에 빈 장비가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17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기획전·특가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73355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63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장비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35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63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35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63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35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63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날짜별 가용 재고 달력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35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963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옵션·부속품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355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634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불가 - 그 날짜 마감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PD0501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355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634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세트 패키지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PD0601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286893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689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CT0101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689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 한꺼번에 바꾸기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CT0201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689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317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빈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CT0301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400431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6710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0431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6710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신청서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BK0101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0431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710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보증금·결제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BK0201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0431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710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확정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BK0301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0431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710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BK0401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0431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710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계약 동의·서명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BK0501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431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710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기간 연장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BK0601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248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수령·반납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13969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248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수령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3969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0248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3969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0248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13969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248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RT0401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3969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0248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연체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RT0501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3969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248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파손·분실 신고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RT0601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378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2750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378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점검 진행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750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378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연체·파손 청구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750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378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 환급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750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378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환급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32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4104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732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대여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104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732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104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732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104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732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알림·쿠폰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7200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086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458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086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5458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086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5458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086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약관·규정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2026-08-11T05:32:27Z</dcterms:created>
  <dcterms:modified xsi:type="dcterms:W3CDTF">2026-08-11T05:32:27Z</dcterms:modified>
</cp:coreProperties>
</file>