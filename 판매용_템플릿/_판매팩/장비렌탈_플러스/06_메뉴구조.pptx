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장비 렌탈·대여 예약 플랫폼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9817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09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981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09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981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9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카테고리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981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기간으로 찾기 -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981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9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결과 없음 - 그 기간에 빈 장비가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HO0401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17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6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기획전·특가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HO0501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H="1">
            <a:off x="173355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963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장비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17335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963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PD0101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7335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963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장비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PD0201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7335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963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날짜별 가용 재고 달력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PD0301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7335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963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옵션·부속품 고르기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PD0401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73355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9634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불가 - 그 날짜 마감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PD0501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3355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9634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세트 패키지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PD0601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 flipH="1">
            <a:off x="286893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317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장바구니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8689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317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8689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3317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기간 한꺼번에 바꾸기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8689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3317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빈 장바구니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H="1">
            <a:off x="400431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46710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예약·결제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BK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400431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46710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신청서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BK0101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00431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46710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보증금·결제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BK0201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00431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6710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확정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BK0301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00431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46710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BK0401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00431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6710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계약 동의·서명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BK0501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00431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46710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기간 연장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BK0601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868680"/>
            <a:ext cx="56769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60248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수령·반납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RT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513969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0248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수령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RT0101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13969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0248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이용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RT0201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13969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0248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RT0301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13969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60248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반납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RT0401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13969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02480" y="448056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연체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RT0501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13969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02480" y="510235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파손·분실 신고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RT0601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572000" y="868680"/>
            <a:ext cx="170307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73786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정산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627507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73786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점검 진행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ST0101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627507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73786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연체·파손 청구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ST0201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27507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73786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보증금 환급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ST0301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27507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73786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환급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ST0401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83845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87324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41045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87324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대여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41045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87324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41045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87324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후기 쓰기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41045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873240" y="3858768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알림·쿠폰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4572000" y="868680"/>
            <a:ext cx="3973830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008620" y="1371600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BC591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고객센터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87" name="Shape 85"/>
          <p:cNvSpPr/>
          <p:nvPr/>
        </p:nvSpPr>
        <p:spPr>
          <a:xfrm>
            <a:off x="854583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8008620" y="1993392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자주 묻는 질문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854583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008620" y="2615184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1:1 문의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4583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008620" y="3236976"/>
            <a:ext cx="107442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대여 약관·규정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2026-09-02T10:18:13Z</dcterms:created>
  <dcterms:modified xsi:type="dcterms:W3CDTF">2026-09-02T10:18:13Z</dcterms:modified>
</cp:coreProperties>
</file>