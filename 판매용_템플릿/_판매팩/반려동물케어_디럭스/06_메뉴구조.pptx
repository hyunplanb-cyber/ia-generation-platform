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반려견 유치원 등원 예약·운영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요금·코스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시설·프로그램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3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기준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238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이벤트·공지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반려견 등록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등록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접종 기록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건강·특이사항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프로필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등원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방법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요일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낱개 예약 - 날짜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결과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회차권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등하원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등원 현황판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결석·지각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알림장 작성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NW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첨부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건강·안전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만료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반려견별 건강기록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HL-02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사고·특이사항 기록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보호자 알림 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HL-04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원 관리자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정원·요금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규칙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정산·매출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MG-03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직원·계정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운영자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MG-05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2026-09-02T10:18:08Z</dcterms:created>
  <dcterms:modified xsi:type="dcterms:W3CDTF">2026-09-02T10:18:08Z</dcterms:modified>
</cp:coreProperties>
</file>