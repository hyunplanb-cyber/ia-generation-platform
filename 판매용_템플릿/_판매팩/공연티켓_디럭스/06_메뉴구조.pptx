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6576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EEEEF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024"/>
                </a:solidFill>
              </a:rPr>
              <a:t>공연 티켓 파트너 관리자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 flipH="1">
            <a:off x="400343" y="868680"/>
            <a:ext cx="4171657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203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계정·입점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AC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00343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203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로그인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AC-01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00343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203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입점 신청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AC-02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00343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203" y="3236976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서류 제출·심사 상태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AC-03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0343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203" y="3858768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담당자 계정·권한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AC-04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 flipH="1">
            <a:off x="1158826" y="868680"/>
            <a:ext cx="341317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686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대시보드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DB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158826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686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오늘 한눈에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DB-01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158826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0686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처리할 일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DB-02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158826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0686" y="3236976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알림 설정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DB-03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 flipH="1">
            <a:off x="1917309" y="868680"/>
            <a:ext cx="2654691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59169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공연 관리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PD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917309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59169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공연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PD-01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917309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59169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새 공연 등록 — 기본정보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PD-02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917309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59169" y="3236976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소개·포스터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PD-03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917309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59169" y="3858768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등록 심사·수정 요청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PD-04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917309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59169" y="448056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공연 수정·판매 중단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PD-05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 flipH="1">
            <a:off x="2675792" y="868680"/>
            <a:ext cx="1896208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17652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공연장·좌석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VN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675792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317652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공연장 고르기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VN-01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675792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317652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공연장 등록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VN-02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675792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17652" y="3236976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좌석배치도 만들기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VN-03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675792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317652" y="3858768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좌석 등급 나누기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VN-04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 flipH="1">
            <a:off x="3434275" y="868680"/>
            <a:ext cx="1137725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76135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회차·캐스팅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SC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434275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76135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회차 달력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SC-01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434275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76135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회차 일괄 만들기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SC-02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434275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076135" y="3236976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캐스팅 스케줄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SC-03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434275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076135" y="3858768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회차 취소·연기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SC-04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 flipH="1">
            <a:off x="4192758" y="868680"/>
            <a:ext cx="379242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34618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가격·할인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PR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192758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834618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좌석 등급별 가격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PR-01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192758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834618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할인 정책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PR-02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192758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834618" y="3236976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쿠폰 발행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PR-03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192758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834618" y="3858768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수수료 확인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PR-04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572000" y="868680"/>
            <a:ext cx="379242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93102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예매 오픈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OP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4951242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93102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예매 오픈 설정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OP-01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951242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93102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구매 제한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OP-02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951242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593102" y="3236976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취소·환불 정책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OP-03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951242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593102" y="3858768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티켓 수령 방법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OP-04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572000" y="868680"/>
            <a:ext cx="1137725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351585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판매 현황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SL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5709725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351585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실시간 판매 현황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SL-01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5709725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351585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회차별 잔여석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SL-02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5709725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351585" y="3236976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좌석도 판매 현황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SL-03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5709725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351585" y="3858768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통계·고객 분석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SL-04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4572000" y="868680"/>
            <a:ext cx="1896208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110068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예매 관리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RS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6468208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110068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예매 내역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RS-01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6468208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110068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취소·환불 처리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RS-02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6468208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110068" y="3236976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일괄 취소·환불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RS-03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6468208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110068" y="3858768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예매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RS-04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4572000" y="868680"/>
            <a:ext cx="2654691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868551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입장·검표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EN</a:t>
            </a:r>
            <a:endParaRPr lang="en-US" sz="1200" dirty="0"/>
          </a:p>
        </p:txBody>
      </p:sp>
      <p:sp>
        <p:nvSpPr>
          <p:cNvPr id="95" name="Shape 93"/>
          <p:cNvSpPr/>
          <p:nvPr/>
        </p:nvSpPr>
        <p:spPr>
          <a:xfrm>
            <a:off x="7226691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868551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QR 검표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EN-01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7226691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868551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현장 발권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EN-02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7226691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868551" y="3236976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입장 현황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EN-03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4572000" y="868680"/>
            <a:ext cx="341317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627034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정산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ST</a:t>
            </a:r>
            <a:endParaRPr lang="en-US" sz="1200" dirty="0"/>
          </a:p>
        </p:txBody>
      </p:sp>
      <p:sp>
        <p:nvSpPr>
          <p:cNvPr id="103" name="Shape 101"/>
          <p:cNvSpPr/>
          <p:nvPr/>
        </p:nvSpPr>
        <p:spPr>
          <a:xfrm>
            <a:off x="7985174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627034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정산 내역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ST-01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7985174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7627034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정산서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ST-02</a:t>
            </a:r>
            <a:endParaRPr lang="en-US" sz="1000" dirty="0"/>
          </a:p>
        </p:txBody>
      </p:sp>
      <p:sp>
        <p:nvSpPr>
          <p:cNvPr id="107" name="Shape 105"/>
          <p:cNvSpPr/>
          <p:nvPr/>
        </p:nvSpPr>
        <p:spPr>
          <a:xfrm>
            <a:off x="7985174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7627034" y="3236976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세금계산서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ST-03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7985174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7627034" y="3858768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입금 계좌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ST-04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4572000" y="868680"/>
            <a:ext cx="4171657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8385517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고객·공지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CS</a:t>
            </a:r>
            <a:endParaRPr lang="en-US" sz="1200" dirty="0"/>
          </a:p>
        </p:txBody>
      </p:sp>
      <p:sp>
        <p:nvSpPr>
          <p:cNvPr id="113" name="Shape 111"/>
          <p:cNvSpPr/>
          <p:nvPr/>
        </p:nvSpPr>
        <p:spPr>
          <a:xfrm>
            <a:off x="8743657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8385517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공연 공지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CS-01</a:t>
            </a:r>
            <a:endParaRPr lang="en-US" sz="1000" dirty="0"/>
          </a:p>
        </p:txBody>
      </p:sp>
      <p:sp>
        <p:nvSpPr>
          <p:cNvPr id="115" name="Shape 113"/>
          <p:cNvSpPr/>
          <p:nvPr/>
        </p:nvSpPr>
        <p:spPr>
          <a:xfrm>
            <a:off x="8743657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8385517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문의 응대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CS-02</a:t>
            </a:r>
            <a:endParaRPr lang="en-US" sz="1000" dirty="0"/>
          </a:p>
        </p:txBody>
      </p:sp>
      <p:sp>
        <p:nvSpPr>
          <p:cNvPr id="117" name="Shape 115"/>
          <p:cNvSpPr/>
          <p:nvPr/>
        </p:nvSpPr>
        <p:spPr>
          <a:xfrm>
            <a:off x="8743657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8385517" y="3236976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알림 발송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CS-03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2026-08-19T10:59:29Z</dcterms:created>
  <dcterms:modified xsi:type="dcterms:W3CDTF">2026-08-19T10:59:29Z</dcterms:modified>
</cp:coreProperties>
</file>