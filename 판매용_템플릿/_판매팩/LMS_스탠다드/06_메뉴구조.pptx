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온라인 강의 플랫폼(LMS)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수강생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강사센터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TC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TC-02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TC-03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강의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강의실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수강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 - 오류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질문 게시판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634593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수료증 발급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편성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CU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개설 - 기본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커리큘럼 편성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CU-05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게시 - 검수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학생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상세 - 진도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진도 미달자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출결·평가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GR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출석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-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기준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918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1428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6116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3409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2026-09-08T07:09:15Z</dcterms:created>
  <dcterms:modified xsi:type="dcterms:W3CDTF">2026-09-08T07:09:15Z</dcterms:modified>
</cp:coreProperties>
</file>