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온라인 강의 플랫폼(LMS)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비로그인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 - 수강생 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강사센터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TC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강사센터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TC-01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강사 지원 - 심사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TC-03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강의 탐색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신청 - 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CO-06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내 강의실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CL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수강 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CL-01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강의실 - 비어 있음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CL-03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재생 - 오류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CL-05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562096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084576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제출 - 마감됨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CL-06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3562096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084576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질문 게시판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CL-07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3562096" y="622706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084576" y="634593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수료증 발급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CL-08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수업 편성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CU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강의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CU-01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개설 - 기본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커리큘럼 편성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CU-03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4572000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094480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영상 업로드 -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CU-05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572000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094480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강의 게시 - 검수 대기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CU-06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학생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ST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ST-01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목록 - 검색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ST-02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수강생 상세 - 진도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ST-03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진도 미달자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ST-04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알림 발송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ST-05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출결·평가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GR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출석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과제 채점 -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659180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11428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기준 설정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6591808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114288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수료 처리 -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GR-05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마이페이지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MY</a:t>
            </a:r>
            <a:endParaRPr lang="en-US" sz="1200" dirty="0"/>
          </a:p>
        </p:txBody>
      </p:sp>
      <p:sp>
        <p:nvSpPr>
          <p:cNvPr id="89" name="Shape 87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MY-01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수강 이력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MY-02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MY-03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정산 내역 - 내역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MY-04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9" name="Shape 97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101" name="Shape 99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103" name="Shape 101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- 휴대폰 인증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8611616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8134096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2026-08-31T05:47:39Z</dcterms:created>
  <dcterms:modified xsi:type="dcterms:W3CDTF">2026-08-31T05:47:39Z</dcterms:modified>
</cp:coreProperties>
</file>