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공동구매(공구)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79644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987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홈·탐색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7964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87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964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87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964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7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 임박 타임딜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964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76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H="1">
            <a:off x="1389057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9289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상세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DE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3890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9289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DE0101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3890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9289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상세정보·거래 조건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DE0201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3890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9289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DE0301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3890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9289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불발(미달)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DE0401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298469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6870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참여·결제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29846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6870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옵션·수량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JO0101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29846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6870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JO0201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29846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86870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JO0301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9846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68701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JO0401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07881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7811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공구함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0788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7811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0788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77811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788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7811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취소·환불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20788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7811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4117294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8752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후기·문의·알림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11729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8752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작성·목록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11729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8752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문의(Q&amp;A)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11729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8752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관심 공구·알림함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RV0301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9693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02670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9693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로그인·회원가입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AC0101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02670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9693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정보·배송지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AC0201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02670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693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AC0301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0635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개설(진행자)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593611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50635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시작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HS0101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93611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50635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개설 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HS0201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93611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50635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개설 검수 대기·반려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HS0301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41576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관리(진행자)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HM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84553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41576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HM0101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84553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41576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공구별 참여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HM0201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84553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1576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마감·성사 처리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HM0301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84553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41576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발주·배송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HM0401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84553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415763" y="448056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참여자 공지·알림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HM0501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325175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77549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325175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7549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325175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계좌·세금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75494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325175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23458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고객지원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66435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23458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안내·자주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66435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23458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866435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23458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공지·이벤트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6435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234588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환불·분쟁 정책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CS0401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2026-09-02T17:04:27Z</dcterms:created>
  <dcterms:modified xsi:type="dcterms:W3CDTF">2026-09-02T17:04:27Z</dcterms:modified>
</cp:coreProperties>
</file>