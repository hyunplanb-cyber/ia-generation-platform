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온라인 강의 플랫폼(LMS)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532384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3238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비로그인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3238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수강생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H="1">
            <a:off x="1542288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476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강사센터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TC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54228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6476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강사센터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TC-01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54228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6476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강사 지원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TC-02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54228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6476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강사 지원 - 심사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TC-03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H="1">
            <a:off x="2552192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07467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강의 탐색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CO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55219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07467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CO-01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55219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07467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목록 - 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CO-02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55219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07467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CO-03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55219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07467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신청 -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CO-04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55219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074672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신청 -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CO-05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552192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074672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신청 - 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CO-06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H="1">
            <a:off x="3562096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08457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강의실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CL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56209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08457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강의실 - 수강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CL-01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56209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8457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강의실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CL-02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56209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08457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재생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CL-03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56209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8457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재생 - 오류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CL-04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56209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84576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제출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CL-05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562096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084576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제출 - 마감됨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CL-06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3562096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084576" y="572414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질문 게시판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CL-07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562096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084576" y="634593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수료증 발급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CL-08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094480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수업 편성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CU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094480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강의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CU-01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094480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개설 - 기본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CU-02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094480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커리큘럼 편성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CU-03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094480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영상 업로드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CU-04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094480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영상 업로드 -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CU-05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57200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094480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게시 - 검수 대기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CU-06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572000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10438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학생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ST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558190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10438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수강생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ST-01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558190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10438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수강생 목록 - 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ST-02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558190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104384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수강생 상세 - 진도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ST-03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558190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104384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진도 미달자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ST-04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5581904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5104384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 발송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ST-05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11428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출결·평가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GR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659180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11428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출석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GR-01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659180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11428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채점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GR-02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659180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11428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채점 -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GR-03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6591808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114288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수료 기준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GR-04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6591808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114288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수료 처리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GR-05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4572000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712419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마이페이지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760171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12419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760171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712419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이력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MY-02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760171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12419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MY-03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760171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712419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 - 내역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MY-04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4572000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813409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99" name="Shape 97"/>
          <p:cNvSpPr/>
          <p:nvPr/>
        </p:nvSpPr>
        <p:spPr>
          <a:xfrm>
            <a:off x="861161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813409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AU-01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861161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813409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AU-02</a:t>
            </a:r>
            <a:endParaRPr lang="en-US" sz="1000" dirty="0"/>
          </a:p>
        </p:txBody>
      </p:sp>
      <p:sp>
        <p:nvSpPr>
          <p:cNvPr id="103" name="Shape 101"/>
          <p:cNvSpPr/>
          <p:nvPr/>
        </p:nvSpPr>
        <p:spPr>
          <a:xfrm>
            <a:off x="861161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813409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- 휴대폰 인증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AU-03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861161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813409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AU-04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861161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8134096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2026-08-09T14:23:34Z</dcterms:created>
  <dcterms:modified xsi:type="dcterms:W3CDTF">2026-08-09T14:23:34Z</dcterms:modified>
</cp:coreProperties>
</file>