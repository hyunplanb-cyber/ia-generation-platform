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온라인 강의 플랫폼(LMS)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수강생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강사센터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TC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강사센터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 지원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TC-02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 지원 -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TC-03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강의 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CO-06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강의실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강의실 - 수강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강의실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재생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재생 - 오류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제출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제출 - 마감됨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572414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질문 게시판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634593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수료증 발급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CL-08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 편성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CU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개설 - 기본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커리큘럼 편성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영상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영상 업로드 -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CU-05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게시 - 검수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CU-06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학생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상세 - 진도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진도 미달자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출결·평가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GR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출석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채점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채점 -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 기준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918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14288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 처리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GR-05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AU-02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AU-03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6116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3409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AU-04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61161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3409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2026-08-11T04:36:37Z</dcterms:created>
  <dcterms:modified xsi:type="dcterms:W3CDTF">2026-08-11T04:36:37Z</dcterms:modified>
</cp:coreProperties>
</file>