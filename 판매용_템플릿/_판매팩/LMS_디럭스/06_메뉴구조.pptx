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온라인 강의 플랫폼(LMS)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32384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23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323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수강생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542288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476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강사센터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TC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54228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476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강사센터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TC-01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54228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476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 지원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TC-02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54228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476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 지원 -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TC-03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H="1">
            <a:off x="2552192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07467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강의 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5521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07467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5521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07467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CO-02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5521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07467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CO-03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5521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7467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CO-04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55219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07467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CO-05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552192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74672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CO-06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H="1">
            <a:off x="3562096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08457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강의실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56209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08457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강의실 - 수강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56209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8457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강의실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56209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08457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재생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CL-03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56209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8457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재생 - 오류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CL-04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56209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8457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제출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CL-05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562096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84576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제출 - 마감됨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CL-06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562096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84576" y="572414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질문 게시판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CL-07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562096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84576" y="634593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수료증 발급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CL-08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094480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수업 편성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CU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094480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094480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개설 - 기본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CU-02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094480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커리큘럼 편성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CU-03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094480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영상 업로드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CU-04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094480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영상 업로드 -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CU-05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094480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게시 - 검수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CU-06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10438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학생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558190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10438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558190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10438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ST-02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58190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10438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상세 - 진도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ST-03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558190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10438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진도 미달자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ST-04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558190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104384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 발송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ST-05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428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출결·평가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GR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65918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428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출석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5918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428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채점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GR-02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5918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428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채점 -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GR-03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65918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11428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 기준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GR-04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6591808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114288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 처리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GR-05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572000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12419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760171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2419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60171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12419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이력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760171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12419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760171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12419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572000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13409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86116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813409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6116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13409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AU-02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86116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13409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AU-03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86116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13409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AU-04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861161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13409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2026-08-31T03:43:50Z</dcterms:created>
  <dcterms:modified xsi:type="dcterms:W3CDTF">2026-08-31T03:43:50Z</dcterms:modified>
</cp:coreProperties>
</file>