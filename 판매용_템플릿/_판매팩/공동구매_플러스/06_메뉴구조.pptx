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공동구매(공구) 플랫폼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479644" y="868680"/>
            <a:ext cx="409235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876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홈·탐색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964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876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964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76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964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76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마감 임박 타임딜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HO0301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964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76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목록 -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HO0401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H="1">
            <a:off x="1389057" y="868680"/>
            <a:ext cx="3182943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9289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공구 상세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8905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9289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DE0101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8905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9289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상세정보·거래 조건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DE0201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8905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9289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마감 - 성사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DE0301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89057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9289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마감 - 불발(미달)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DE0401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>
            <a:off x="2298469" y="868680"/>
            <a:ext cx="227353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68701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참여·결제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JO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9846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68701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옵션·수량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JO0101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9846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68701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 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JO0201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9846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68701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JO0301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98469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68701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JO0401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3207881" y="868680"/>
            <a:ext cx="136411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78113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공구함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788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78113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공구함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MY0101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788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78113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MY0201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788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78113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 취소·환불 요청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MY0301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7881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78113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공구함 -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MY0401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H="1">
            <a:off x="4117294" y="868680"/>
            <a:ext cx="45470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87526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후기·문의·알림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RV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1729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87526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작성·목록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RV0101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729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87526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문의(Q&amp;A)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RV0201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11729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87526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관심 공구·알림함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RV0301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868680"/>
            <a:ext cx="45470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6938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AC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02670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6938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로그인·회원가입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AC0101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2670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96938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정보·배송지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AC0201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02670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96938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AC0301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868680"/>
            <a:ext cx="136411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06351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공구 개설(진행자)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93611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06351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진행자 시작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HS0101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93611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06351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개설 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HS0201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93611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06351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개설 검수 대기·반려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HS0301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0" y="868680"/>
            <a:ext cx="227353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15763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공구 관리(진행자)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HM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84553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15763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진행자 대시보드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HM0101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84553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15763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공구별 참여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HM0201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84553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15763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마감·성사 처리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HM0301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845531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15763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발주·배송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HM0401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845531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15763" y="448056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참여자 공지·알림 발송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HM0501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572000" y="868680"/>
            <a:ext cx="3182943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25175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정산(진행자)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SE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775494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25175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SE0101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75494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325175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계좌·세금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SE0201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754943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25175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SE0301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572000" y="868680"/>
            <a:ext cx="409235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34588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고객지원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866435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234588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이용 안내·자주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CS0101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66435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234588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CS0201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866435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234588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공지·이벤트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CS0301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66435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234588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환불·분쟁 정책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CS0401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2026-08-11T01:12:23Z</dcterms:created>
  <dcterms:modified xsi:type="dcterms:W3CDTF">2026-08-11T01:12:23Z</dcterms:modified>
</cp:coreProperties>
</file>