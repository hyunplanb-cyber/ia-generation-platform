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PR-08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MY-07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MY-08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MY-09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MY-10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2026-08-31T03:43:51Z</dcterms:created>
  <dcterms:modified xsi:type="dcterms:W3CDTF">2026-08-31T03:43:51Z</dcterms:modified>
</cp:coreProperties>
</file>