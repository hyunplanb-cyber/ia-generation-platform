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해외 투어·티켓 예약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682534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82534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82534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여행지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82534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82534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검색 결과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2534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테마 기획전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979023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365069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상품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979023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65069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979023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65069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979023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365069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날짜·옵션 선택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79023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65069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패스 상품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979023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65069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상품 비교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979023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65069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마감·품절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979023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65069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전체보기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PR-07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79023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65069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찜한 상품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PR-08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 flipH="1">
            <a:off x="3275511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61557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275511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61557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CT-01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75511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61557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장바구니 비어 있음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CT-02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0" y="868680"/>
            <a:ext cx="914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58046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958046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여행자 정보 입력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BK-01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958046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BK-02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57200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58046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BK-03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57200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58046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BK-04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57200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958046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확정 대기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BK-05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958046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최소 인원 미달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BK-06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572000" y="868680"/>
            <a:ext cx="1296489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254534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바우처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VC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5868489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54534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VC-01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868489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54534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VC-02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868489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54534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만료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VC-03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868489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254534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바우처 재발급 요청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VC-04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572000" y="868680"/>
            <a:ext cx="2592977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551023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7164977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551023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로그인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164977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551023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회원가입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164977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551023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7164977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551023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내역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164977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551023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MY-05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164977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551023" y="510235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예약 취소 신청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MY-06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7164977" y="560527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551023" y="572414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 불가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MY-07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164977" y="622706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51023" y="634593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MY-08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164977" y="684885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551023" y="696772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쿠폰함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MY-09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164977" y="747064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551023" y="758952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여정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MY-10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164977" y="809244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6551023" y="821131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후기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MY-11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7164977" y="871423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551023" y="883310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MY-12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7164977" y="933602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551023" y="945489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계정 설정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MY-13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4572000" y="868680"/>
            <a:ext cx="3889466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847511" y="137160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E4762C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93" name="Shape 91"/>
          <p:cNvSpPr/>
          <p:nvPr/>
        </p:nvSpPr>
        <p:spPr>
          <a:xfrm>
            <a:off x="8461466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847511" y="1993392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8461466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7847511" y="2615184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 작성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8461466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847511" y="3236976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문의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8461466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7847511" y="3858768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공지사항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CS-04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8461466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7847511" y="4480560"/>
            <a:ext cx="1227909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취소·환불 규정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2026-08-11T04:36:38Z</dcterms:created>
  <dcterms:modified xsi:type="dcterms:W3CDTF">2026-08-11T04:36:38Z</dcterms:modified>
</cp:coreProperties>
</file>