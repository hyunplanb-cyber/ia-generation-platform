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뷰티샵 예약 플랫폼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436418" y="868680"/>
            <a:ext cx="413558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3641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 - 비로그인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641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 - 고객 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flipH="1">
            <a:off x="1263535" y="868680"/>
            <a:ext cx="3308465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2836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매장 탐색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63535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2836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63535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2836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목록 - 검색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63535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2836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지도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263535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2836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263535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2836" y="448056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시술 메뉴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263535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2836" y="510235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디자이너 소개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flipH="1">
            <a:off x="2090651" y="868680"/>
            <a:ext cx="2481349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99953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예약하기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090651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99953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1단계 - 시술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090651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99953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2단계 - 디자이너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90651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99953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3단계 - 날짜·시간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090651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99953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4단계 - 확인 및 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090651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99953" y="448056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3단계 - 가능한 시간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090651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99953" y="510235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090651" y="560527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99953" y="572414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- 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RE-07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090651" y="622706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99953" y="634593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대기 신청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RE-08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 flipH="1">
            <a:off x="2917767" y="868680"/>
            <a:ext cx="1654233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27069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내 예약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917767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27069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예약 - 예정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917767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27069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예약 - 비어 있음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MY-02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917767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27069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MY-03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917767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27069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변경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MY-04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917767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27069" y="448056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취소 -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MY-05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917767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27069" y="510235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변경·취소 - 마감됨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MY-06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 flipH="1">
            <a:off x="3744884" y="868680"/>
            <a:ext cx="8271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54185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리뷰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RV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74488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54185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리뷰 작성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RV-01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74488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54185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리뷰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RV-02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74488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54185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리뷰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RV-03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74488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54185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리뷰 작성 - 기간 지남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RV-04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81302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예약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ST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81302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오늘 예약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81302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캘린더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ST-02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81302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목록 - 예약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ST-03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81302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상세 - 매장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ST-04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57200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181302" y="448056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접수 대기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ST-05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572000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181302" y="510235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노쇼 처리 -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ST-06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572000" y="868680"/>
            <a:ext cx="8271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08418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매장 운영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MG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539911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08418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시술 메뉴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39911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08418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디자이너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MG-02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539911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008418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근무 일정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MG-03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539911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008418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휴무·예약 정책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MG-04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539911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008418" y="448056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사진 업로드 -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MG-05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4572000" y="868680"/>
            <a:ext cx="1654233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835535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내 정보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AC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6226233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835535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정보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AC-01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6226233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835535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쿠폰·적립금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AC-02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4572000" y="868680"/>
            <a:ext cx="2481349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662651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매장 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PT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7053349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662651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PT-01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7053349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662651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입점 신청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PT-02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7053349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662651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입점 심사 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PT-03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4572000" y="868680"/>
            <a:ext cx="3308465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489767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정산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SA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7880465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489767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정산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SA-01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7880465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489767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 - 내역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SA-02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4572000" y="868680"/>
            <a:ext cx="413558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316884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계정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AU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870758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316884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AU-01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870758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316884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AU-02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870758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316884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- 휴대폰 인증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AU-03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870758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316884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AU-04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870758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316884" y="448056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비밀번호 찾기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2026-09-08T07:09:15Z</dcterms:created>
  <dcterms:modified xsi:type="dcterms:W3CDTF">2026-09-08T07:09:15Z</dcterms:modified>
</cp:coreProperties>
</file>