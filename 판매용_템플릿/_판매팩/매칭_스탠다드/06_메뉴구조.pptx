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동네 서비스 매칭 플랫폼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400343" y="868680"/>
            <a:ext cx="417165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203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034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203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비로그인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034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203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손님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H="1">
            <a:off x="1158826" y="868680"/>
            <a:ext cx="341317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686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고수 찾기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5882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686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5882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686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목록 -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5882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686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5882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686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포트폴리오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5882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686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찜한 고수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1917309" y="868680"/>
            <a:ext cx="265469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9169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요청서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RQ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1730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9169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서비스 고르기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RQ-01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1730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9169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요청서 작성 - 단계별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RQ-02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1730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9169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요청서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RQ-03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17309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9169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RQ-04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17309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9169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 수정·취소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RQ-05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2675792" y="868680"/>
            <a:ext cx="18962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17652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받은 견적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QT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6757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17652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QT-01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757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17652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비교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QT-02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757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17652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QT-03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57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17652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선택 -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QT-04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H="1">
            <a:off x="3434275" y="868680"/>
            <a:ext cx="113772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76135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채팅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CH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43427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76135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채팅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CH-01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3427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76135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채팅방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CH-02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 flipH="1">
            <a:off x="4192758" y="868680"/>
            <a:ext cx="37924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34618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결제·이용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PY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19275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34618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PY-01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9275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34618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PY-02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19275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34618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PY-03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868680"/>
            <a:ext cx="37924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93102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요청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95124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93102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요청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95124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93102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 상세 - 진행 상황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MY-02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95124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93102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요청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MY-03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0" y="868680"/>
            <a:ext cx="113772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51585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후기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RV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70972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51585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70972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51585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후기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RV-02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0" y="868680"/>
            <a:ext cx="18962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10068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고수센터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PR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4682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0068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고수센터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4682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0068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등록 신청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PR-02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4682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0068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등록 - 심사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PR-03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4682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10068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활동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PR-04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468208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10068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프로필·포트폴리오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PR-05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0" y="868680"/>
            <a:ext cx="265469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68551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요청 받기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LD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22669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868551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새 요청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LD-01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22669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68551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LD-02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22669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868551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보내기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LD-03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226691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868551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크레딧 충전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LD-04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572000" y="868680"/>
            <a:ext cx="341317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627034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진행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JB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798517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627034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일감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JB-01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798517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627034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일감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JB-02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798517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627034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JB-03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4572000" y="868680"/>
            <a:ext cx="417165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385517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AU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874365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385517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AU-01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874365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385517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AU-02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874365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385517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- 휴대폰 인증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AU-03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8743657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385517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AU-04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8743657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85517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비밀번호 찾기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2026-09-08T07:09:17Z</dcterms:created>
  <dcterms:modified xsi:type="dcterms:W3CDTF">2026-09-08T07:09:17Z</dcterms:modified>
</cp:coreProperties>
</file>