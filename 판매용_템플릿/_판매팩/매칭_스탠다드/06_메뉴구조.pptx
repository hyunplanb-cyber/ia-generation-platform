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SE-05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RV-02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LD-04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JB-02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JB-03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2026-08-31T05:47:41Z</dcterms:created>
  <dcterms:modified xsi:type="dcterms:W3CDTF">2026-08-31T05:47:41Z</dcterms:modified>
</cp:coreProperties>
</file>