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8072"/>
  <p:notesSz cx="5148072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502920"/>
          </a:xfrm>
          <a:prstGeom prst="roundRect">
            <a:avLst>
              <a:gd name="adj" fmla="val 9091"/>
            </a:avLst>
          </a:prstGeom>
          <a:solidFill>
            <a:srgbClr val="EEEE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024"/>
                </a:solidFill>
              </a:rPr>
              <a:t>해외 투어·티켓 예약 플랫폼 — 상세 IA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 flipH="1">
            <a:off x="682534" y="868680"/>
            <a:ext cx="388946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" y="137160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8253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" y="199339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HO0101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68253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" y="261518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여행지 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HO0201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253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580" y="323697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검색 결과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HO0301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82534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" y="3858768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검색 결과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HO0401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82534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8580" y="448056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테마 기획전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HO0501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 flipH="1">
            <a:off x="1979023" y="868680"/>
            <a:ext cx="2592977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365069" y="137160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상품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PR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1979023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365069" y="199339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상품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PR0101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979023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365069" y="261518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상품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PR0201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979023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365069" y="323697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날짜·옵션 선택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PR0301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1979023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365069" y="3858768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패스 상품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PR0401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1979023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365069" y="448056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상품 비교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PR0501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1979023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365069" y="510235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마감·품절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PR0601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1979023" y="560527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365069" y="572414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후기 전체보기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PR0701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1979023" y="622706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365069" y="634593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찜한 상품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PR0801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 flipH="1">
            <a:off x="3275511" y="868680"/>
            <a:ext cx="1296489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61557" y="137160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장바구니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CT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275511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661557" y="199339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장바구니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CT0101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275511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61557" y="261518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장바구니 비어 있음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CT0201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4572000" y="868680"/>
            <a:ext cx="91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958046" y="137160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예약·결제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BK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457200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958046" y="199339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여행자 정보 입력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BK0101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457200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958046" y="261518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BK0201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457200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958046" y="323697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BK0301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457200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958046" y="3858768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BK0401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4572000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958046" y="448056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확정 대기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BK0501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4572000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958046" y="510235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최소 인원 미달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BK0601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4572000" y="868680"/>
            <a:ext cx="1296489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254534" y="137160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바우처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VC</a:t>
            </a:r>
            <a:endParaRPr lang="en-US" sz="1200" dirty="0"/>
          </a:p>
        </p:txBody>
      </p:sp>
      <p:sp>
        <p:nvSpPr>
          <p:cNvPr id="55" name="Shape 53"/>
          <p:cNvSpPr/>
          <p:nvPr/>
        </p:nvSpPr>
        <p:spPr>
          <a:xfrm>
            <a:off x="5868489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254534" y="199339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바우처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VC0101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5868489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254534" y="261518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바우처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VC0201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5868489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254534" y="323697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바우처 만료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VC0301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5868489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5254534" y="3858768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바우처 재발급 요청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VC0401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4572000" y="868680"/>
            <a:ext cx="2592977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6551023" y="137160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마이페이지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MY</a:t>
            </a:r>
            <a:endParaRPr lang="en-US" sz="1200" dirty="0"/>
          </a:p>
        </p:txBody>
      </p:sp>
      <p:sp>
        <p:nvSpPr>
          <p:cNvPr id="65" name="Shape 63"/>
          <p:cNvSpPr/>
          <p:nvPr/>
        </p:nvSpPr>
        <p:spPr>
          <a:xfrm>
            <a:off x="7164977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6551023" y="199339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MY0101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7164977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6551023" y="261518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MY0201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7164977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6551023" y="323697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MY0301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7164977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6551023" y="3858768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내역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MY0401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7164977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6551023" y="448056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MY0501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7164977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6551023" y="510235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취소 신청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MY0601</a:t>
            </a:r>
            <a:endParaRPr lang="en-US" sz="1000" dirty="0"/>
          </a:p>
        </p:txBody>
      </p:sp>
      <p:sp>
        <p:nvSpPr>
          <p:cNvPr id="77" name="Shape 75"/>
          <p:cNvSpPr/>
          <p:nvPr/>
        </p:nvSpPr>
        <p:spPr>
          <a:xfrm>
            <a:off x="7164977" y="560527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6551023" y="572414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취소 불가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MY0701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7164977" y="622706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6551023" y="634593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후기 작성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MY0801</a:t>
            </a:r>
            <a:endParaRPr lang="en-US" sz="1000" dirty="0"/>
          </a:p>
        </p:txBody>
      </p:sp>
      <p:sp>
        <p:nvSpPr>
          <p:cNvPr id="81" name="Shape 79"/>
          <p:cNvSpPr/>
          <p:nvPr/>
        </p:nvSpPr>
        <p:spPr>
          <a:xfrm>
            <a:off x="7164977" y="684885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6551023" y="6967728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쿠폰함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MY0901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7164977" y="747064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6551023" y="758952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여정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MY1001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7164977" y="809244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6551023" y="821131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후기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MY1101</a:t>
            </a:r>
            <a:endParaRPr lang="en-US" sz="1000" dirty="0"/>
          </a:p>
        </p:txBody>
      </p:sp>
      <p:sp>
        <p:nvSpPr>
          <p:cNvPr id="87" name="Shape 85"/>
          <p:cNvSpPr/>
          <p:nvPr/>
        </p:nvSpPr>
        <p:spPr>
          <a:xfrm>
            <a:off x="7164977" y="871423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6551023" y="883310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알림함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MY1201</a:t>
            </a:r>
            <a:endParaRPr lang="en-US" sz="1000" dirty="0"/>
          </a:p>
        </p:txBody>
      </p:sp>
      <p:sp>
        <p:nvSpPr>
          <p:cNvPr id="89" name="Shape 87"/>
          <p:cNvSpPr/>
          <p:nvPr/>
        </p:nvSpPr>
        <p:spPr>
          <a:xfrm>
            <a:off x="7164977" y="933602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6551023" y="945489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계정 설정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MY1301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4572000" y="868680"/>
            <a:ext cx="388946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7847511" y="137160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고객센터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CS</a:t>
            </a:r>
            <a:endParaRPr lang="en-US" sz="1200" dirty="0"/>
          </a:p>
        </p:txBody>
      </p:sp>
      <p:sp>
        <p:nvSpPr>
          <p:cNvPr id="93" name="Shape 91"/>
          <p:cNvSpPr/>
          <p:nvPr/>
        </p:nvSpPr>
        <p:spPr>
          <a:xfrm>
            <a:off x="846146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7847511" y="199339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자주 묻는 질문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CS0101</a:t>
            </a:r>
            <a:endParaRPr lang="en-US" sz="1000" dirty="0"/>
          </a:p>
        </p:txBody>
      </p:sp>
      <p:sp>
        <p:nvSpPr>
          <p:cNvPr id="95" name="Shape 93"/>
          <p:cNvSpPr/>
          <p:nvPr/>
        </p:nvSpPr>
        <p:spPr>
          <a:xfrm>
            <a:off x="846146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7847511" y="261518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1:1 문의 작성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CS0201</a:t>
            </a:r>
            <a:endParaRPr lang="en-US" sz="1000" dirty="0"/>
          </a:p>
        </p:txBody>
      </p:sp>
      <p:sp>
        <p:nvSpPr>
          <p:cNvPr id="97" name="Shape 95"/>
          <p:cNvSpPr/>
          <p:nvPr/>
        </p:nvSpPr>
        <p:spPr>
          <a:xfrm>
            <a:off x="846146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7847511" y="323697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문의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CS0301</a:t>
            </a:r>
            <a:endParaRPr lang="en-US" sz="1000" dirty="0"/>
          </a:p>
        </p:txBody>
      </p:sp>
      <p:sp>
        <p:nvSpPr>
          <p:cNvPr id="99" name="Shape 97"/>
          <p:cNvSpPr/>
          <p:nvPr/>
        </p:nvSpPr>
        <p:spPr>
          <a:xfrm>
            <a:off x="846146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7847511" y="3858768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공지사항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CS0401</a:t>
            </a:r>
            <a:endParaRPr lang="en-US" sz="1000" dirty="0"/>
          </a:p>
        </p:txBody>
      </p:sp>
      <p:sp>
        <p:nvSpPr>
          <p:cNvPr id="101" name="Shape 99"/>
          <p:cNvSpPr/>
          <p:nvPr/>
        </p:nvSpPr>
        <p:spPr>
          <a:xfrm>
            <a:off x="8461466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7847511" y="448056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취소·환불 규정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CS0501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2026-09-02T10:18:10Z</dcterms:created>
  <dcterms:modified xsi:type="dcterms:W3CDTF">2026-09-02T10:18:10Z</dcterms:modified>
</cp:coreProperties>
</file>