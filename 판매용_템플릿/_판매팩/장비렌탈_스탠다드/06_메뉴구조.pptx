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0" y="365760"/>
            <a:ext cx="1828800" cy="502920"/>
          </a:xfrm>
          <a:prstGeom prst="roundRect">
            <a:avLst>
              <a:gd name="adj" fmla="val 9091"/>
            </a:avLst>
          </a:prstGeom>
          <a:solidFill>
            <a:srgbClr val="EEEEF0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024"/>
                </a:solidFill>
              </a:rPr>
              <a:t>장비 렌탈·대여 예약 플랫폼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 flipH="1">
            <a:off x="59817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HO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81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HO-01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981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9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카테고리 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HO-02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981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9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기간으로 찾기 - 결과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HO-03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81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9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결과 없음 - 그 기간에 빈 장비가 없음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9817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96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기획전·특가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HO-05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flipH="1">
            <a:off x="173355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963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장비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PD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7335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963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목록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PD-01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7335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963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장비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PD-02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7335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63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날짜별 가용 재고 달력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PD-03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7335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963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옵션·부속품 고르기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73355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19634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불가 - 그 날짜 마감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PD-05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73355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9634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세트 패키지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PD-06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 flipH="1">
            <a:off x="286893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장바구니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8689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317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CT-01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8689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3317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기간 한꺼번에 바꾸기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8689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3317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빈 장바구니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CT-03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 flipH="1">
            <a:off x="400431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6710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예약·결제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BK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00431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6710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신청서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BK-01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00431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46710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보증금·결제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00431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6710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확정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BK-03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00431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6710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결제 실패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BK-04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00431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46710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계약 동의·서명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BK-05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00431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710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기간 연장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BK-06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572000" y="868680"/>
            <a:ext cx="56769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60248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수령·반납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RT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513969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60248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수령 확인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RT-01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13969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0248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이용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RT-02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13969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60248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RT-03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513969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60248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반납 접수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RT-04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5139690" y="4361688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602480" y="448056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연체 안내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RT-05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5139690" y="498348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602480" y="510235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파손·분실 신고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RT-06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4572000" y="868680"/>
            <a:ext cx="170307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73786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정산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ST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627507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73786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점검 진행 중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ST-01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27507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73786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정산 내역 - 연체·파손 청구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ST-02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27507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73786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보증금 환급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ST-03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27507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73786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환급 완료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ST-04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4572000" y="868680"/>
            <a:ext cx="283845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87324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마이페이지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MY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741045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87324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내 대여 내역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MY-01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741045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87324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상세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MY-02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1045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87324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후기 쓰기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MY-03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10450" y="3739896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873240" y="3858768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알림·쿠폰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MY-04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4572000" y="868680"/>
            <a:ext cx="3973830" cy="502920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8008620" y="1371600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BC5918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고객센터</a:t>
            </a:r>
            <a:pPr algn="ctr" indent="0" marL="0">
              <a:buNone/>
            </a:pPr>
            <a:r>
              <a:rPr lang="en-US" sz="900" dirty="0">
                <a:solidFill>
                  <a:srgbClr val="FBE7D3"/>
                </a:solidFill>
              </a:rPr>
              <a:t>  CS</a:t>
            </a:r>
            <a:endParaRPr lang="en-US" sz="1200" dirty="0"/>
          </a:p>
        </p:txBody>
      </p:sp>
      <p:sp>
        <p:nvSpPr>
          <p:cNvPr id="87" name="Shape 85"/>
          <p:cNvSpPr/>
          <p:nvPr/>
        </p:nvSpPr>
        <p:spPr>
          <a:xfrm>
            <a:off x="8545830" y="1874520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008620" y="1993392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자주 묻는 질문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CS-01</a:t>
            </a:r>
            <a:endParaRPr lang="en-US" sz="1000" dirty="0"/>
          </a:p>
        </p:txBody>
      </p:sp>
      <p:sp>
        <p:nvSpPr>
          <p:cNvPr id="89" name="Shape 87"/>
          <p:cNvSpPr/>
          <p:nvPr/>
        </p:nvSpPr>
        <p:spPr>
          <a:xfrm>
            <a:off x="8545830" y="2496312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08620" y="2615184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1:1 문의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CS-02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8545830" y="3118104"/>
            <a:ext cx="914" cy="118872"/>
          </a:xfrm>
          <a:prstGeom prst="line">
            <a:avLst/>
          </a:prstGeom>
          <a:noFill/>
          <a:ln w="12700">
            <a:solidFill>
              <a:srgbClr val="E2D3A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008620" y="3236976"/>
            <a:ext cx="107442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2D3AE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024"/>
                </a:solidFill>
              </a:rPr>
              <a:t>대여 약관·규정</a:t>
            </a:r>
            <a:pPr algn="ctr" indent="0" marL="0">
              <a:buNone/>
            </a:pPr>
            <a:endParaRPr lang="en-US" sz="10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6B6F76"/>
                </a:solidFill>
              </a:rPr>
              <a:t>CS-03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2026-09-08T07:09:19Z</dcterms:created>
  <dcterms:modified xsi:type="dcterms:W3CDTF">2026-09-08T07:09:19Z</dcterms:modified>
</cp:coreProperties>
</file>