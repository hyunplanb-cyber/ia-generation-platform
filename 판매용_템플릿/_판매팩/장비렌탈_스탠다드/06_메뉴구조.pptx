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장비 렌탈·대여 예약 플랫폼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98170" y="868680"/>
            <a:ext cx="397383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96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9817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96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9817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096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카테고리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9817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96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기간으로 찾기 - 결과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HO-03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9817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96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결과 없음 - 그 기간에 빈 장비가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9817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기획전·특가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H="1">
            <a:off x="1733550" y="868680"/>
            <a:ext cx="283845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9634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장비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73355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9634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장비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73355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9634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장비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73355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9634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날짜별 가용 재고 달력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PD-03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73355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19634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옵션·부속품 고르기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PD-04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73355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19634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불가 - 그 날짜 마감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PD-05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73355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19634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세트 패키지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PD-06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 flipH="1">
            <a:off x="2868930" y="868680"/>
            <a:ext cx="170307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3172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장바구니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CT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286893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3172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86893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33172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기간 한꺼번에 바꾸기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CT-02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86893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33172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빈 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CT-03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 flipH="1">
            <a:off x="4004310" y="868680"/>
            <a:ext cx="56769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46710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BK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400431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46710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신청서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00431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46710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보증금·결제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BK-02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00431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6710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확정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BK-03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00431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46710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BK-04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00431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46710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계약 동의·서명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BK-05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00431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46710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기간 연장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BK-06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868680"/>
            <a:ext cx="56769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60248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수령·반납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RT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513969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60248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수령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13969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60248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이용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RT-02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13969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60248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반납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RT-03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13969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60248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반납 접수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RT-04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13969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60248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연체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RT-05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13969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60248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파손·분실 신고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RT-06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170307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73786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627507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73786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점검 진행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627507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73786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연체·파손 청구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ST-02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27507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73786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보증금 환급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ST-03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27507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73786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환급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ST-04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868680"/>
            <a:ext cx="283845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87324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741045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87324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대여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41045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87324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741045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87324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쓰기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41045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87324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알림·쿠폰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4572000" y="868680"/>
            <a:ext cx="397383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800862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87" name="Shape 85"/>
          <p:cNvSpPr/>
          <p:nvPr/>
        </p:nvSpPr>
        <p:spPr>
          <a:xfrm>
            <a:off x="854583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800862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854583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00862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CS-02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854583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00862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약관·규정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CS-03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2026-09-01T00:25:25Z</dcterms:created>
  <dcterms:modified xsi:type="dcterms:W3CDTF">2026-09-01T00:25:25Z</dcterms:modified>
</cp:coreProperties>
</file>