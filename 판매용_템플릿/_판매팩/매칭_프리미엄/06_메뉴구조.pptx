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동네 서비스 매칭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00343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03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03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203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03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03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손님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158826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686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고수 찾기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5882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686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SE0101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5882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686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목록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SE0201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5882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686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SE0301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5882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686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포트폴리오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SE0401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5882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686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고수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SE0501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1917309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9169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요청서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RQ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1730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9169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서비스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RQ0101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1730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9169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요청서 작성 - 단계별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RQ0201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1730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9169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요청서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RQ0301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1730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9169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RQ0401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17309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9169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수정·취소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RQ0501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2675792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1765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받은 견적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QT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6757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1765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QT0101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57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1765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비교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QT0201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757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765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QT0301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57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17652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선택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QT0401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3434275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7613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채팅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3427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7613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CH0101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3427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7613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채팅방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CH0201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H="1">
            <a:off x="4192758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3461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결제·이용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19275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3461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PY0101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9275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3461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PY0201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19275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3461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PY0301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868680"/>
            <a:ext cx="37924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3102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요청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95124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93102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요청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95124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93102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상세 - 진행 상황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95124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93102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요청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113772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51585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후기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70972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51585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RV0101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70972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51585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후기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RV0201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868680"/>
            <a:ext cx="18962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0068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고수센터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4682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0068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고수센터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PR0101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4682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0068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등록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PR0201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4682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0068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고수 등록 -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PR0301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4682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0068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활동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PR0401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4682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0068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프로필·포트폴리오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PR0501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265469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68551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요청 받기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LD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22669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68551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새 요청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LD0101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22669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68551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LD0201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22669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68551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보내기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LD0301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22669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68551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크레딧 충전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LD0401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572000" y="868680"/>
            <a:ext cx="341317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627034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진행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JB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98517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627034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일감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JB0101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798517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627034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일감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JB0201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798517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627034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JB0301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572000" y="868680"/>
            <a:ext cx="417165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85517" y="137160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7436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385517" y="1993392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AU0101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7436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85517" y="2615184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AU0201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7436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385517" y="3236976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AU0301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74365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385517" y="3858768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AU0401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874365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85517" y="4480560"/>
            <a:ext cx="7162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AU0501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2026-09-08T07:09:25Z</dcterms:created>
  <dcterms:modified xsi:type="dcterms:W3CDTF">2026-09-08T07:09:25Z</dcterms:modified>
</cp:coreProperties>
</file>