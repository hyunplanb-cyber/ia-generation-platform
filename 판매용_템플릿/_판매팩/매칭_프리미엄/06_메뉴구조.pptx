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동네 서비스 매칭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00343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203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003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2203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003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203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손님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158826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0686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 찾기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15882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0686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15882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0686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15882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686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15882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0686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포트폴리오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SE0401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15882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686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찜한 고수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SE0501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1917309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559169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RQ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91730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9169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서비스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91730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559169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작성 - 단계별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91730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9169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요청서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91730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559169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917309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9169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수정·취소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RQ0501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2675792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1765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받은 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QT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6757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1765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6757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1765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비교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6757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31765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6757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317652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선택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QT0401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3434275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7613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채팅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CH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43427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7613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3427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7613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채팅방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CH0201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H="1">
            <a:off x="4192758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83461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결제·이용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PY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19275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83461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PY0101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19275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83461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PY0201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19275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83461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PY0301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868680"/>
            <a:ext cx="37924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3102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요청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495124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593102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95124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593102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 - 진행 상황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95124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593102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요청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137725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351585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5709725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351585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709725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351585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후기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4572000" y="868680"/>
            <a:ext cx="18962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0068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고수센터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64682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0068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4682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0068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신청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4682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0068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고수 등록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4682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0068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활동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4682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0068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프로필·포트폴리오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4572000" y="868680"/>
            <a:ext cx="265469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68551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요청 받기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LD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722669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868551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새 요청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LD0101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22669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868551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요청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LD0201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22669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6868551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보내기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LD0301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22669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868551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크레딧 충전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LD0401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4572000" y="868680"/>
            <a:ext cx="341317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627034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진행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JB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798517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627034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JB0101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798517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627034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일감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JB0201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798517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27034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JB0301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4572000" y="868680"/>
            <a:ext cx="4171657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385517" y="137160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103" name="Shape 101"/>
          <p:cNvSpPr/>
          <p:nvPr/>
        </p:nvSpPr>
        <p:spPr>
          <a:xfrm>
            <a:off x="87436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385517" y="1993392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7436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385517" y="2615184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7436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385517" y="3236976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109" name="Shape 107"/>
          <p:cNvSpPr/>
          <p:nvPr/>
        </p:nvSpPr>
        <p:spPr>
          <a:xfrm>
            <a:off x="87436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385517" y="3858768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  <p:sp>
        <p:nvSpPr>
          <p:cNvPr id="111" name="Shape 109"/>
          <p:cNvSpPr/>
          <p:nvPr/>
        </p:nvSpPr>
        <p:spPr>
          <a:xfrm>
            <a:off x="8743657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8385517" y="4480560"/>
            <a:ext cx="71628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AU0501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2026-09-02T10:18:11Z</dcterms:created>
  <dcterms:modified xsi:type="dcterms:W3CDTF">2026-09-02T10:18:11Z</dcterms:modified>
</cp:coreProperties>
</file>