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동네 서비스 매칭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00343" y="868680"/>
            <a:ext cx="417165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2203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0034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203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0034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203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손님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158826" y="868680"/>
            <a:ext cx="341317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0686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고수 찾기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15882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0686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SE0101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15882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0686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목록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SE0201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15882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0686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SE0301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15882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0686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포트폴리오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SE0401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15882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0686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찜한 고수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SE0501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H="1">
            <a:off x="1917309" y="868680"/>
            <a:ext cx="265469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559169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요청서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RQ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91730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559169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서비스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RQ0101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91730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559169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요청서 작성 - 단계별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RQ0201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91730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559169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요청서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RQ0301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91730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559169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RQ0401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917309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559169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수정·취소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RQ0501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2675792" y="868680"/>
            <a:ext cx="18962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317652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받은 견적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QT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26757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317652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QT0101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6757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317652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비교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QT0201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6757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317652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QT0301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26757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317652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선택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QT0401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3434275" y="868680"/>
            <a:ext cx="113772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76135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채팅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CH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43427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76135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채팅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CH0101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43427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76135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채팅방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CH0201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 flipH="1">
            <a:off x="4192758" y="868680"/>
            <a:ext cx="37924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834618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결제·이용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PY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19275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834618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PY0101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19275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834618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PY0201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19275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834618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PY0301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868680"/>
            <a:ext cx="37924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93102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요청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495124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593102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요청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95124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593102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상세 - 진행 상황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95124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593102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요청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113772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351585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후기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570972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351585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RV0101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70972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351585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후기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RV0201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868680"/>
            <a:ext cx="18962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110068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고수센터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64682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110068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고수센터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PR0101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4682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0068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등록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PR0201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4682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0068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등록 -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PR0301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4682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0068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활동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PR0401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468208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0068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프로필·포트폴리오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PR0501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4572000" y="868680"/>
            <a:ext cx="265469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868551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요청 받기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LD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722669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868551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새 요청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LD0101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22669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868551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LD0201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22669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868551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보내기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LD0301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22669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6868551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크레딧 충전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LD0401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4572000" y="868680"/>
            <a:ext cx="341317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627034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진행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JB</a:t>
            </a:r>
            <a:endParaRPr lang="en-US" sz="1200" dirty="0"/>
          </a:p>
        </p:txBody>
      </p:sp>
      <p:sp>
        <p:nvSpPr>
          <p:cNvPr id="95" name="Shape 93"/>
          <p:cNvSpPr/>
          <p:nvPr/>
        </p:nvSpPr>
        <p:spPr>
          <a:xfrm>
            <a:off x="798517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627034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일감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JB0101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798517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627034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일감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JB0201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798517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627034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JB0301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4572000" y="868680"/>
            <a:ext cx="417165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385517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103" name="Shape 101"/>
          <p:cNvSpPr/>
          <p:nvPr/>
        </p:nvSpPr>
        <p:spPr>
          <a:xfrm>
            <a:off x="874365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385517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AU0101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874365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385517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AU0201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874365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385517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AU0301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874365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8385517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AU0401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874365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8385517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AU0501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2026-08-31T03:43:58Z</dcterms:created>
  <dcterms:modified xsi:type="dcterms:W3CDTF">2026-08-31T03:43:58Z</dcterms:modified>
</cp:coreProperties>
</file>