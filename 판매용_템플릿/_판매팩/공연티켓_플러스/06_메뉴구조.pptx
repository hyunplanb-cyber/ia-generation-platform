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공연 티켓 파트너 관리자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00343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03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계정·입점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3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03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03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03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입점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034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03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서류 제출·심사 상태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343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03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담당자 계정·권한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158826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686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대시보드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5882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86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한눈에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DB0101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882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686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처리할 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DB0201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882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686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DB0301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917309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169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공연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30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9169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PD0101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730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169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새 공연 등록 — 기본정보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PD0201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1730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9169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소개·포스터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PD0301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1730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9169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등록 심사·수정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PD0401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7309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9169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 수정·판매 중단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PD0501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75792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1765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공연장·좌석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757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765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공연장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57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765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공연장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57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765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좌석배치도 만들기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57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765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 등급 나누기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VN0401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3434275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613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회차·캐스팅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SC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3427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7613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 달력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3427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613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 일괄 만들기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3427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76135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캐스팅 스케줄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SC0301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3427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76135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 취소·연기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SC0401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 flipH="1">
            <a:off x="4192758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461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가격·할인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19275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61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 등급별 가격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9275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3461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할인 정책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9275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3461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 발행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9275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3461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수수료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310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예매 오픈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OP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95124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9310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예매 오픈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95124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9310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구매 제한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95124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9310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정책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5124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9310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티켓 수령 방법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OP0401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5158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판매 현황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972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5158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실시간 판매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SL0101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70972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5158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회차별 잔여석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SL0201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70972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51585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좌석도 판매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SL0301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70972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51585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통계·고객 분석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SL0401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006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예매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RS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4682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1006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예매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RS0101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682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1006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RS0201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4682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1006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일괄 취소·환불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RS0301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4682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1006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예매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RS0401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868551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입장·검표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EN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22669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68551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QR 검표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EN0101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22669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68551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발권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EN0201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22669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868551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입장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EN0301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0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627034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798517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27034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798517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27034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정산서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798517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27034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세금계산서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98517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627034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입금 계좌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85517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고객·공지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436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385517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공연 공지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7436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85517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문의 응대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7436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85517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2026-08-19T10:59:39Z</dcterms:created>
  <dcterms:modified xsi:type="dcterms:W3CDTF">2026-08-19T10:59:39Z</dcterms:modified>
</cp:coreProperties>
</file>