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공동구매(공구)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79644" y="868680"/>
            <a:ext cx="409235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876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홈·탐색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964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76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964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76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964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76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마감 임박 타임딜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964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76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목록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1389057" y="868680"/>
            <a:ext cx="318294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289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상세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890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289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DE-01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890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9289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상세정보·거래 조건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DE-02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890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289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마감 - 성사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DE-03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8905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9289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마감 - 불발(미달)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DE-04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298469" y="868680"/>
            <a:ext cx="227353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68701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참여·결제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JO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9846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8701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옵션·수량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9846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8701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JO-02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9846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8701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JO-03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9846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8701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JO-04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207881" y="868680"/>
            <a:ext cx="136411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78113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공구함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788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78113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공구함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788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78113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788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78113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취소·환불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788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78113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공구함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4117294" y="868680"/>
            <a:ext cx="45470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87526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후기·문의·알림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729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7526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작성·목록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729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87526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문의(Q&amp;A)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729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87526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관심 공구·알림함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45470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6938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2670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6938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로그인·회원가입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670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96938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정보·배송지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2670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6938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868680"/>
            <a:ext cx="136411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06351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개설(진행자)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3611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06351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진행자 시작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HS-01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3611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06351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개설 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HS-02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93611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06351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개설 검수 대기·반려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HS-03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27353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15763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관리(진행자)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HM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84553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15763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진행자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84553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15763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공구별 참여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HM-02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84553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15763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마감·성사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HM-03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4553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15763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발주·배송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HM-04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845531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15763" y="448056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참여자 공지·알림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HM-05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868680"/>
            <a:ext cx="318294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25175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7549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25175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7549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25175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계좌·세금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SE-02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75494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25175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SE-03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0" y="868680"/>
            <a:ext cx="409235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34588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고객지원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66435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34588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이용 안내·자주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66435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34588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66435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34588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공지·이벤트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66435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34588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환불·분쟁 정책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2026-09-08T07:09:18Z</dcterms:created>
  <dcterms:modified xsi:type="dcterms:W3CDTF">2026-09-08T07:09:18Z</dcterms:modified>
</cp:coreProperties>
</file>