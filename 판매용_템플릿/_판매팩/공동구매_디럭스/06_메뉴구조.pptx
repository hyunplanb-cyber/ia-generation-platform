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8072"/>
  <p:notesSz cx="5148072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0" y="365760"/>
            <a:ext cx="1828800" cy="502920"/>
          </a:xfrm>
          <a:prstGeom prst="roundRect">
            <a:avLst>
              <a:gd name="adj" fmla="val 9091"/>
            </a:avLst>
          </a:prstGeom>
          <a:solidFill>
            <a:srgbClr val="EEEEF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024"/>
                </a:solidFill>
              </a:rPr>
              <a:t>공동구매(공구) 플랫폼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 flipH="1">
            <a:off x="479644" y="868680"/>
            <a:ext cx="4092356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9876" y="1371600"/>
            <a:ext cx="859536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홈·탐색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HO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479644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9876" y="1993392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홈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HO-01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79644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9876" y="2615184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공구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HO-02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79644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9876" y="3236976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마감 임박 타임딜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HO-03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79644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9876" y="3858768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공구 목록 - 결과 없음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HO-04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 flipH="1">
            <a:off x="1389057" y="868680"/>
            <a:ext cx="3182943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59289" y="1371600"/>
            <a:ext cx="859536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공구 상세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DE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389057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9289" y="1993392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공구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DE-01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1389057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59289" y="2615184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상품 상세정보·거래 조건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DE-02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1389057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59289" y="3236976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공구 마감 - 성사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DE-03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1389057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59289" y="3858768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공구 마감 - 불발(미달)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DE-04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 flipH="1">
            <a:off x="2298469" y="868680"/>
            <a:ext cx="2273531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868701" y="1371600"/>
            <a:ext cx="859536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참여·결제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JO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298469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868701" y="1993392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옵션·수량 선택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JO-01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2298469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1868701" y="2615184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참여 결제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JO-02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2298469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868701" y="3236976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참여 완료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JO-03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2298469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868701" y="3858768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결제 실패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JO-04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 flipH="1">
            <a:off x="3207881" y="868680"/>
            <a:ext cx="1364119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778113" y="1371600"/>
            <a:ext cx="859536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내 공구함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MY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207881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2778113" y="1993392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공구함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MY-01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3207881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778113" y="2615184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참여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MY-02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3207881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778113" y="3236976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참여 취소·환불 요청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MY-03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3207881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778113" y="3858768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공구함 - 비어 있음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MY-04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 flipH="1">
            <a:off x="4117294" y="868680"/>
            <a:ext cx="454706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687526" y="1371600"/>
            <a:ext cx="859536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후기·문의·알림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RV</a:t>
            </a:r>
            <a:endParaRPr lang="en-US" sz="1200" dirty="0"/>
          </a:p>
        </p:txBody>
      </p:sp>
      <p:sp>
        <p:nvSpPr>
          <p:cNvPr id="45" name="Shape 43"/>
          <p:cNvSpPr/>
          <p:nvPr/>
        </p:nvSpPr>
        <p:spPr>
          <a:xfrm>
            <a:off x="4117294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687526" y="1993392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후기 작성·목록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RV-01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>
            <a:off x="4117294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3687526" y="2615184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상품 문의(Q&amp;A)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RV-02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>
            <a:off x="4117294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3687526" y="3236976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관심 공구·알림함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RV-03</a:t>
            </a:r>
            <a:endParaRPr lang="en-US" sz="1000" dirty="0"/>
          </a:p>
        </p:txBody>
      </p:sp>
      <p:sp>
        <p:nvSpPr>
          <p:cNvPr id="51" name="Shape 49"/>
          <p:cNvSpPr/>
          <p:nvPr/>
        </p:nvSpPr>
        <p:spPr>
          <a:xfrm>
            <a:off x="4572000" y="868680"/>
            <a:ext cx="454706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4596938" y="1371600"/>
            <a:ext cx="859536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계정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AC</a:t>
            </a:r>
            <a:endParaRPr lang="en-US" sz="1200" dirty="0"/>
          </a:p>
        </p:txBody>
      </p:sp>
      <p:sp>
        <p:nvSpPr>
          <p:cNvPr id="53" name="Shape 51"/>
          <p:cNvSpPr/>
          <p:nvPr/>
        </p:nvSpPr>
        <p:spPr>
          <a:xfrm>
            <a:off x="5026706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4596938" y="1993392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로그인·회원가입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AC-01</a:t>
            </a:r>
            <a:endParaRPr lang="en-US" sz="1000" dirty="0"/>
          </a:p>
        </p:txBody>
      </p:sp>
      <p:sp>
        <p:nvSpPr>
          <p:cNvPr id="55" name="Shape 53"/>
          <p:cNvSpPr/>
          <p:nvPr/>
        </p:nvSpPr>
        <p:spPr>
          <a:xfrm>
            <a:off x="5026706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4596938" y="2615184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정보·배송지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AC-02</a:t>
            </a:r>
            <a:endParaRPr lang="en-US" sz="1000" dirty="0"/>
          </a:p>
        </p:txBody>
      </p:sp>
      <p:sp>
        <p:nvSpPr>
          <p:cNvPr id="57" name="Shape 55"/>
          <p:cNvSpPr/>
          <p:nvPr/>
        </p:nvSpPr>
        <p:spPr>
          <a:xfrm>
            <a:off x="5026706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4596938" y="3236976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알림 설정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AC-03</a:t>
            </a:r>
            <a:endParaRPr lang="en-US" sz="1000" dirty="0"/>
          </a:p>
        </p:txBody>
      </p:sp>
      <p:sp>
        <p:nvSpPr>
          <p:cNvPr id="59" name="Shape 57"/>
          <p:cNvSpPr/>
          <p:nvPr/>
        </p:nvSpPr>
        <p:spPr>
          <a:xfrm>
            <a:off x="4572000" y="868680"/>
            <a:ext cx="1364119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5506351" y="1371600"/>
            <a:ext cx="859536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공구 개설(진행자)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HS</a:t>
            </a:r>
            <a:endParaRPr lang="en-US" sz="1200" dirty="0"/>
          </a:p>
        </p:txBody>
      </p:sp>
      <p:sp>
        <p:nvSpPr>
          <p:cNvPr id="61" name="Shape 59"/>
          <p:cNvSpPr/>
          <p:nvPr/>
        </p:nvSpPr>
        <p:spPr>
          <a:xfrm>
            <a:off x="5936119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5506351" y="1993392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진행자 시작 안내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HS-01</a:t>
            </a:r>
            <a:endParaRPr lang="en-US" sz="1000" dirty="0"/>
          </a:p>
        </p:txBody>
      </p:sp>
      <p:sp>
        <p:nvSpPr>
          <p:cNvPr id="63" name="Shape 61"/>
          <p:cNvSpPr/>
          <p:nvPr/>
        </p:nvSpPr>
        <p:spPr>
          <a:xfrm>
            <a:off x="5936119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5506351" y="2615184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공구 개설 폼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HS-02</a:t>
            </a:r>
            <a:endParaRPr lang="en-US" sz="1000" dirty="0"/>
          </a:p>
        </p:txBody>
      </p:sp>
      <p:sp>
        <p:nvSpPr>
          <p:cNvPr id="65" name="Shape 63"/>
          <p:cNvSpPr/>
          <p:nvPr/>
        </p:nvSpPr>
        <p:spPr>
          <a:xfrm>
            <a:off x="5936119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5506351" y="3236976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개설 검수 대기·반려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HS-03</a:t>
            </a:r>
            <a:endParaRPr lang="en-US" sz="1000" dirty="0"/>
          </a:p>
        </p:txBody>
      </p:sp>
      <p:sp>
        <p:nvSpPr>
          <p:cNvPr id="67" name="Shape 65"/>
          <p:cNvSpPr/>
          <p:nvPr/>
        </p:nvSpPr>
        <p:spPr>
          <a:xfrm>
            <a:off x="4572000" y="868680"/>
            <a:ext cx="2273531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6415763" y="1371600"/>
            <a:ext cx="859536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공구 관리(진행자)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HM</a:t>
            </a:r>
            <a:endParaRPr lang="en-US" sz="1200" dirty="0"/>
          </a:p>
        </p:txBody>
      </p:sp>
      <p:sp>
        <p:nvSpPr>
          <p:cNvPr id="69" name="Shape 67"/>
          <p:cNvSpPr/>
          <p:nvPr/>
        </p:nvSpPr>
        <p:spPr>
          <a:xfrm>
            <a:off x="6845531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6415763" y="1993392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진행자 대시보드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HM-01</a:t>
            </a:r>
            <a:endParaRPr lang="en-US" sz="1000" dirty="0"/>
          </a:p>
        </p:txBody>
      </p:sp>
      <p:sp>
        <p:nvSpPr>
          <p:cNvPr id="71" name="Shape 69"/>
          <p:cNvSpPr/>
          <p:nvPr/>
        </p:nvSpPr>
        <p:spPr>
          <a:xfrm>
            <a:off x="6845531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6415763" y="2615184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공구별 참여 현황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HM-02</a:t>
            </a:r>
            <a:endParaRPr lang="en-US" sz="1000" dirty="0"/>
          </a:p>
        </p:txBody>
      </p:sp>
      <p:sp>
        <p:nvSpPr>
          <p:cNvPr id="73" name="Shape 71"/>
          <p:cNvSpPr/>
          <p:nvPr/>
        </p:nvSpPr>
        <p:spPr>
          <a:xfrm>
            <a:off x="6845531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6415763" y="3236976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마감·성사 처리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HM-03</a:t>
            </a:r>
            <a:endParaRPr lang="en-US" sz="1000" dirty="0"/>
          </a:p>
        </p:txBody>
      </p:sp>
      <p:sp>
        <p:nvSpPr>
          <p:cNvPr id="75" name="Shape 73"/>
          <p:cNvSpPr/>
          <p:nvPr/>
        </p:nvSpPr>
        <p:spPr>
          <a:xfrm>
            <a:off x="6845531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6415763" y="3858768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발주·배송 관리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HM-04</a:t>
            </a:r>
            <a:endParaRPr lang="en-US" sz="1000" dirty="0"/>
          </a:p>
        </p:txBody>
      </p:sp>
      <p:sp>
        <p:nvSpPr>
          <p:cNvPr id="77" name="Shape 75"/>
          <p:cNvSpPr/>
          <p:nvPr/>
        </p:nvSpPr>
        <p:spPr>
          <a:xfrm>
            <a:off x="6845531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6415763" y="4480560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참여자 공지·알림 발송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HM-05</a:t>
            </a:r>
            <a:endParaRPr lang="en-US" sz="1000" dirty="0"/>
          </a:p>
        </p:txBody>
      </p:sp>
      <p:sp>
        <p:nvSpPr>
          <p:cNvPr id="79" name="Shape 77"/>
          <p:cNvSpPr/>
          <p:nvPr/>
        </p:nvSpPr>
        <p:spPr>
          <a:xfrm>
            <a:off x="4572000" y="868680"/>
            <a:ext cx="3182943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7325175" y="1371600"/>
            <a:ext cx="859536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정산(진행자)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SE</a:t>
            </a:r>
            <a:endParaRPr lang="en-US" sz="1200" dirty="0"/>
          </a:p>
        </p:txBody>
      </p:sp>
      <p:sp>
        <p:nvSpPr>
          <p:cNvPr id="81" name="Shape 79"/>
          <p:cNvSpPr/>
          <p:nvPr/>
        </p:nvSpPr>
        <p:spPr>
          <a:xfrm>
            <a:off x="7754943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2" name="Text 80"/>
          <p:cNvSpPr/>
          <p:nvPr/>
        </p:nvSpPr>
        <p:spPr>
          <a:xfrm>
            <a:off x="7325175" y="1993392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정산 내역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SE-01</a:t>
            </a:r>
            <a:endParaRPr lang="en-US" sz="1000" dirty="0"/>
          </a:p>
        </p:txBody>
      </p:sp>
      <p:sp>
        <p:nvSpPr>
          <p:cNvPr id="83" name="Shape 81"/>
          <p:cNvSpPr/>
          <p:nvPr/>
        </p:nvSpPr>
        <p:spPr>
          <a:xfrm>
            <a:off x="7754943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4" name="Text 82"/>
          <p:cNvSpPr/>
          <p:nvPr/>
        </p:nvSpPr>
        <p:spPr>
          <a:xfrm>
            <a:off x="7325175" y="2615184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정산 계좌·세금 설정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SE-02</a:t>
            </a:r>
            <a:endParaRPr lang="en-US" sz="1000" dirty="0"/>
          </a:p>
        </p:txBody>
      </p:sp>
      <p:sp>
        <p:nvSpPr>
          <p:cNvPr id="85" name="Shape 83"/>
          <p:cNvSpPr/>
          <p:nvPr/>
        </p:nvSpPr>
        <p:spPr>
          <a:xfrm>
            <a:off x="7754943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6" name="Text 84"/>
          <p:cNvSpPr/>
          <p:nvPr/>
        </p:nvSpPr>
        <p:spPr>
          <a:xfrm>
            <a:off x="7325175" y="3236976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정산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SE-03</a:t>
            </a:r>
            <a:endParaRPr lang="en-US" sz="1000" dirty="0"/>
          </a:p>
        </p:txBody>
      </p:sp>
      <p:sp>
        <p:nvSpPr>
          <p:cNvPr id="87" name="Shape 85"/>
          <p:cNvSpPr/>
          <p:nvPr/>
        </p:nvSpPr>
        <p:spPr>
          <a:xfrm>
            <a:off x="4572000" y="868680"/>
            <a:ext cx="4092356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8" name="Text 86"/>
          <p:cNvSpPr/>
          <p:nvPr/>
        </p:nvSpPr>
        <p:spPr>
          <a:xfrm>
            <a:off x="8234588" y="1371600"/>
            <a:ext cx="859536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고객지원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CS</a:t>
            </a:r>
            <a:endParaRPr lang="en-US" sz="1200" dirty="0"/>
          </a:p>
        </p:txBody>
      </p:sp>
      <p:sp>
        <p:nvSpPr>
          <p:cNvPr id="89" name="Shape 87"/>
          <p:cNvSpPr/>
          <p:nvPr/>
        </p:nvSpPr>
        <p:spPr>
          <a:xfrm>
            <a:off x="8664356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8234588" y="1993392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이용 안내·자주 묻는 질문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CS-01</a:t>
            </a:r>
            <a:endParaRPr lang="en-US" sz="1000" dirty="0"/>
          </a:p>
        </p:txBody>
      </p:sp>
      <p:sp>
        <p:nvSpPr>
          <p:cNvPr id="91" name="Shape 89"/>
          <p:cNvSpPr/>
          <p:nvPr/>
        </p:nvSpPr>
        <p:spPr>
          <a:xfrm>
            <a:off x="8664356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2" name="Text 90"/>
          <p:cNvSpPr/>
          <p:nvPr/>
        </p:nvSpPr>
        <p:spPr>
          <a:xfrm>
            <a:off x="8234588" y="2615184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1:1 문의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CS-02</a:t>
            </a:r>
            <a:endParaRPr lang="en-US" sz="1000" dirty="0"/>
          </a:p>
        </p:txBody>
      </p:sp>
      <p:sp>
        <p:nvSpPr>
          <p:cNvPr id="93" name="Shape 91"/>
          <p:cNvSpPr/>
          <p:nvPr/>
        </p:nvSpPr>
        <p:spPr>
          <a:xfrm>
            <a:off x="8664356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4" name="Text 92"/>
          <p:cNvSpPr/>
          <p:nvPr/>
        </p:nvSpPr>
        <p:spPr>
          <a:xfrm>
            <a:off x="8234588" y="3236976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공지·이벤트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CS-03</a:t>
            </a:r>
            <a:endParaRPr lang="en-US" sz="1000" dirty="0"/>
          </a:p>
        </p:txBody>
      </p:sp>
      <p:sp>
        <p:nvSpPr>
          <p:cNvPr id="95" name="Shape 93"/>
          <p:cNvSpPr/>
          <p:nvPr/>
        </p:nvSpPr>
        <p:spPr>
          <a:xfrm>
            <a:off x="8664356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6" name="Text 94"/>
          <p:cNvSpPr/>
          <p:nvPr/>
        </p:nvSpPr>
        <p:spPr>
          <a:xfrm>
            <a:off x="8234588" y="3858768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환불·분쟁 정책 안내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CS-04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2026-09-02T10:18:05Z</dcterms:created>
  <dcterms:modified xsi:type="dcterms:W3CDTF">2026-09-02T10:18:05Z</dcterms:modified>
</cp:coreProperties>
</file>