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해외 투어·티켓 예약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682534" y="868680"/>
            <a:ext cx="388946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253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253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여행지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253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253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253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테마 기획전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979023" y="868680"/>
            <a:ext cx="259297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5069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상품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7902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5069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7902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5069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7902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5069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날짜·옵션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79023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5069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패스 상품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79023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5069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비교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79023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65069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마감·품절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79023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65069" y="572414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전체보기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79023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65069" y="634593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상품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275511" y="868680"/>
            <a:ext cx="129648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61557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장바구니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7551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61557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7551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61557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8046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8046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여행자 정보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8046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58046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58046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8046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확정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58046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최소 인원 미달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868680"/>
            <a:ext cx="129648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4534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바우처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VC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86848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4534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VC-01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86848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4534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VC-02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6848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54534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만료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VC-03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6848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4534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재발급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VC-04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259297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51023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16497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51023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16497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51023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16497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51023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16497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51023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16497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51023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164977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51023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취소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MY-06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164977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51023" y="572414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 불가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MY-07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164977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51023" y="634593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MY-08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164977" y="684885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51023" y="696772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MY-09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164977" y="747064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51023" y="758952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여정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MY-10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164977" y="809244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51023" y="821131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후기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MY-11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164977" y="871423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51023" y="883310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MY-12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164977" y="933602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51023" y="945489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계정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MY-13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388946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47511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46146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847511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46146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847511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46146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47511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문의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46146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47511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CS-04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46146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47511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취소·환불 규정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2026-09-08T07:09:16Z</dcterms:created>
  <dcterms:modified xsi:type="dcterms:W3CDTF">2026-09-08T07:09:16Z</dcterms:modified>
</cp:coreProperties>
</file>