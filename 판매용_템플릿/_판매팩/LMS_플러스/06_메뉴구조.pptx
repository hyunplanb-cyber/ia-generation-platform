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온라인 강의 플랫폼(LMS)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수강생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강사센터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TC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강사센터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TC0101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TC0201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강사 지원 -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TC0301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강의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CO0101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CO0201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CO0301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CO0401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CO0501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신청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CO0601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강의실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수강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CL0101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강의실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CL0201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CL0301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재생 - 오류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CL0401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CL0501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562096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84576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제출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CL0601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562096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84576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질문 게시판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CL0701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62096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4576" y="634593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수료증 발급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CL0801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편성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CU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강의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CU0101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개설 - 기본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CU0201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커리큘럼 편성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CU0301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CU0401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94480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영상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CU0501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94480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강의 게시 - 검수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CU0601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학생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수강생 상세 - 진도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진도 미달자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ST0501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출결·평가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GR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출석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GR0101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GR0201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과제 채점 -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GR0301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59180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1428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기준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GR0401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91808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14288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수료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GR0501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수강 이력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86116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34096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2026-09-08T07:09:22Z</dcterms:created>
  <dcterms:modified xsi:type="dcterms:W3CDTF">2026-09-08T07:09:22Z</dcterms:modified>
</cp:coreProperties>
</file>