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9144000" cy="5148072"/>
  <p:notesSz cx="5148072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0" y="365760"/>
            <a:ext cx="1828800" cy="502920"/>
          </a:xfrm>
          <a:prstGeom prst="roundRect">
            <a:avLst>
              <a:gd name="adj" fmla="val 9091"/>
            </a:avLst>
          </a:prstGeom>
          <a:solidFill>
            <a:srgbClr val="EEEEF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024"/>
                </a:solidFill>
              </a:rPr>
              <a:t>온라인 강의 플랫폼(LMS) — 상세 IA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 flipH="1">
            <a:off x="532384" y="868680"/>
            <a:ext cx="4039616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" y="137160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홈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HO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32384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" y="1993392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홈 - 비로그인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HO0101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532384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4864" y="2615184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홈 - 수강생 로그인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HO0201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 flipH="1">
            <a:off x="1542288" y="868680"/>
            <a:ext cx="3029712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64768" y="137160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강사센터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TC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1542288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064768" y="1993392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강사센터 홈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TC0101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1542288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064768" y="2615184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강사 지원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TC0201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1542288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064768" y="3236976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강사 지원 - 심사 중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TC0301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 flipH="1">
            <a:off x="2552192" y="868680"/>
            <a:ext cx="2019808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074672" y="137160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강의 탐색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CO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2552192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074672" y="1993392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강의 목록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CO0101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2552192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074672" y="2615184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강의 목록 - 검색 결과 없음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CO0201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2552192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2074672" y="3236976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강의 상세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CO0301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2552192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074672" y="3858768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수강 신청 - 결제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CO0401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2552192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2074672" y="448056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수강 신청 - 완료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CO0501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2552192" y="498348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074672" y="5102352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수강 신청 - 결제 실패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CO0601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 flipH="1">
            <a:off x="3562096" y="868680"/>
            <a:ext cx="1009904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084576" y="137160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내 강의실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CL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3562096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084576" y="1993392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내 강의실 - 수강 중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CL0101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3562096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084576" y="2615184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내 강의실 - 비어 있음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CL0201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3562096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084576" y="3236976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강의 재생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CL0301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3562096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084576" y="3858768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강의 재생 - 오류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CL0401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3562096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3084576" y="448056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과제 제출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CL0501</a:t>
            </a:r>
            <a:endParaRPr lang="en-US" sz="1000" dirty="0"/>
          </a:p>
        </p:txBody>
      </p:sp>
      <p:sp>
        <p:nvSpPr>
          <p:cNvPr id="43" name="Shape 41"/>
          <p:cNvSpPr/>
          <p:nvPr/>
        </p:nvSpPr>
        <p:spPr>
          <a:xfrm>
            <a:off x="3562096" y="498348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084576" y="5102352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과제 제출 - 마감됨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CL0601</a:t>
            </a:r>
            <a:endParaRPr lang="en-US" sz="1000" dirty="0"/>
          </a:p>
        </p:txBody>
      </p:sp>
      <p:sp>
        <p:nvSpPr>
          <p:cNvPr id="45" name="Shape 43"/>
          <p:cNvSpPr/>
          <p:nvPr/>
        </p:nvSpPr>
        <p:spPr>
          <a:xfrm>
            <a:off x="3562096" y="560527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3084576" y="5724144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질문 게시판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CL0701</a:t>
            </a:r>
            <a:endParaRPr lang="en-US" sz="1000" dirty="0"/>
          </a:p>
        </p:txBody>
      </p:sp>
      <p:sp>
        <p:nvSpPr>
          <p:cNvPr id="47" name="Shape 45"/>
          <p:cNvSpPr/>
          <p:nvPr/>
        </p:nvSpPr>
        <p:spPr>
          <a:xfrm>
            <a:off x="3562096" y="622706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3084576" y="6345936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수료증 발급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CL0801</a:t>
            </a:r>
            <a:endParaRPr lang="en-US" sz="1000" dirty="0"/>
          </a:p>
        </p:txBody>
      </p:sp>
      <p:sp>
        <p:nvSpPr>
          <p:cNvPr id="49" name="Shape 47"/>
          <p:cNvSpPr/>
          <p:nvPr/>
        </p:nvSpPr>
        <p:spPr>
          <a:xfrm>
            <a:off x="4572000" y="868680"/>
            <a:ext cx="914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4094480" y="137160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수업 편성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CU</a:t>
            </a:r>
            <a:endParaRPr lang="en-US" sz="1200" dirty="0"/>
          </a:p>
        </p:txBody>
      </p:sp>
      <p:sp>
        <p:nvSpPr>
          <p:cNvPr id="51" name="Shape 49"/>
          <p:cNvSpPr/>
          <p:nvPr/>
        </p:nvSpPr>
        <p:spPr>
          <a:xfrm>
            <a:off x="4572000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4094480" y="1993392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내 강의 목록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CU0101</a:t>
            </a:r>
            <a:endParaRPr lang="en-US" sz="1000" dirty="0"/>
          </a:p>
        </p:txBody>
      </p:sp>
      <p:sp>
        <p:nvSpPr>
          <p:cNvPr id="53" name="Shape 51"/>
          <p:cNvSpPr/>
          <p:nvPr/>
        </p:nvSpPr>
        <p:spPr>
          <a:xfrm>
            <a:off x="4572000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4094480" y="2615184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강의 개설 - 기본 정보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CU0201</a:t>
            </a:r>
            <a:endParaRPr lang="en-US" sz="1000" dirty="0"/>
          </a:p>
        </p:txBody>
      </p:sp>
      <p:sp>
        <p:nvSpPr>
          <p:cNvPr id="55" name="Shape 53"/>
          <p:cNvSpPr/>
          <p:nvPr/>
        </p:nvSpPr>
        <p:spPr>
          <a:xfrm>
            <a:off x="4572000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4094480" y="3236976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커리큘럼 편성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CU0301</a:t>
            </a:r>
            <a:endParaRPr lang="en-US" sz="1000" dirty="0"/>
          </a:p>
        </p:txBody>
      </p:sp>
      <p:sp>
        <p:nvSpPr>
          <p:cNvPr id="57" name="Shape 55"/>
          <p:cNvSpPr/>
          <p:nvPr/>
        </p:nvSpPr>
        <p:spPr>
          <a:xfrm>
            <a:off x="4572000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4094480" y="3858768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영상 업로드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CU0401</a:t>
            </a:r>
            <a:endParaRPr lang="en-US" sz="1000" dirty="0"/>
          </a:p>
        </p:txBody>
      </p:sp>
      <p:sp>
        <p:nvSpPr>
          <p:cNvPr id="59" name="Shape 57"/>
          <p:cNvSpPr/>
          <p:nvPr/>
        </p:nvSpPr>
        <p:spPr>
          <a:xfrm>
            <a:off x="4572000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4094480" y="448056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영상 업로드 - 실패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CU0501</a:t>
            </a:r>
            <a:endParaRPr lang="en-US" sz="1000" dirty="0"/>
          </a:p>
        </p:txBody>
      </p:sp>
      <p:sp>
        <p:nvSpPr>
          <p:cNvPr id="61" name="Shape 59"/>
          <p:cNvSpPr/>
          <p:nvPr/>
        </p:nvSpPr>
        <p:spPr>
          <a:xfrm>
            <a:off x="4572000" y="498348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4094480" y="5102352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강의 게시 - 검수 대기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CU0601</a:t>
            </a:r>
            <a:endParaRPr lang="en-US" sz="1000" dirty="0"/>
          </a:p>
        </p:txBody>
      </p:sp>
      <p:sp>
        <p:nvSpPr>
          <p:cNvPr id="63" name="Shape 61"/>
          <p:cNvSpPr/>
          <p:nvPr/>
        </p:nvSpPr>
        <p:spPr>
          <a:xfrm>
            <a:off x="4572000" y="868680"/>
            <a:ext cx="1009904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5104384" y="137160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학생 관리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ST</a:t>
            </a:r>
            <a:endParaRPr lang="en-US" sz="1200" dirty="0"/>
          </a:p>
        </p:txBody>
      </p:sp>
      <p:sp>
        <p:nvSpPr>
          <p:cNvPr id="65" name="Shape 63"/>
          <p:cNvSpPr/>
          <p:nvPr/>
        </p:nvSpPr>
        <p:spPr>
          <a:xfrm>
            <a:off x="5581904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5104384" y="1993392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수강생 목록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ST0101</a:t>
            </a:r>
            <a:endParaRPr lang="en-US" sz="1000" dirty="0"/>
          </a:p>
        </p:txBody>
      </p:sp>
      <p:sp>
        <p:nvSpPr>
          <p:cNvPr id="67" name="Shape 65"/>
          <p:cNvSpPr/>
          <p:nvPr/>
        </p:nvSpPr>
        <p:spPr>
          <a:xfrm>
            <a:off x="5581904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5104384" y="2615184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수강생 목록 - 검색 결과 없음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ST0201</a:t>
            </a:r>
            <a:endParaRPr lang="en-US" sz="1000" dirty="0"/>
          </a:p>
        </p:txBody>
      </p:sp>
      <p:sp>
        <p:nvSpPr>
          <p:cNvPr id="69" name="Shape 67"/>
          <p:cNvSpPr/>
          <p:nvPr/>
        </p:nvSpPr>
        <p:spPr>
          <a:xfrm>
            <a:off x="5581904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0" name="Text 68"/>
          <p:cNvSpPr/>
          <p:nvPr/>
        </p:nvSpPr>
        <p:spPr>
          <a:xfrm>
            <a:off x="5104384" y="3236976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수강생 상세 - 진도 현황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ST0301</a:t>
            </a:r>
            <a:endParaRPr lang="en-US" sz="1000" dirty="0"/>
          </a:p>
        </p:txBody>
      </p:sp>
      <p:sp>
        <p:nvSpPr>
          <p:cNvPr id="71" name="Shape 69"/>
          <p:cNvSpPr/>
          <p:nvPr/>
        </p:nvSpPr>
        <p:spPr>
          <a:xfrm>
            <a:off x="5581904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2" name="Text 70"/>
          <p:cNvSpPr/>
          <p:nvPr/>
        </p:nvSpPr>
        <p:spPr>
          <a:xfrm>
            <a:off x="5104384" y="3858768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진도 미달자 관리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ST0401</a:t>
            </a:r>
            <a:endParaRPr lang="en-US" sz="1000" dirty="0"/>
          </a:p>
        </p:txBody>
      </p:sp>
      <p:sp>
        <p:nvSpPr>
          <p:cNvPr id="73" name="Shape 71"/>
          <p:cNvSpPr/>
          <p:nvPr/>
        </p:nvSpPr>
        <p:spPr>
          <a:xfrm>
            <a:off x="5581904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4" name="Text 72"/>
          <p:cNvSpPr/>
          <p:nvPr/>
        </p:nvSpPr>
        <p:spPr>
          <a:xfrm>
            <a:off x="5104384" y="448056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알림 발송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ST0501</a:t>
            </a:r>
            <a:endParaRPr lang="en-US" sz="1000" dirty="0"/>
          </a:p>
        </p:txBody>
      </p:sp>
      <p:sp>
        <p:nvSpPr>
          <p:cNvPr id="75" name="Shape 73"/>
          <p:cNvSpPr/>
          <p:nvPr/>
        </p:nvSpPr>
        <p:spPr>
          <a:xfrm>
            <a:off x="4572000" y="868680"/>
            <a:ext cx="2019808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6" name="Text 74"/>
          <p:cNvSpPr/>
          <p:nvPr/>
        </p:nvSpPr>
        <p:spPr>
          <a:xfrm>
            <a:off x="6114288" y="137160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출결·평가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GR</a:t>
            </a:r>
            <a:endParaRPr lang="en-US" sz="1200" dirty="0"/>
          </a:p>
        </p:txBody>
      </p:sp>
      <p:sp>
        <p:nvSpPr>
          <p:cNvPr id="77" name="Shape 75"/>
          <p:cNvSpPr/>
          <p:nvPr/>
        </p:nvSpPr>
        <p:spPr>
          <a:xfrm>
            <a:off x="6591808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8" name="Text 76"/>
          <p:cNvSpPr/>
          <p:nvPr/>
        </p:nvSpPr>
        <p:spPr>
          <a:xfrm>
            <a:off x="6114288" y="1993392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출석 현황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GR0101</a:t>
            </a:r>
            <a:endParaRPr lang="en-US" sz="1000" dirty="0"/>
          </a:p>
        </p:txBody>
      </p:sp>
      <p:sp>
        <p:nvSpPr>
          <p:cNvPr id="79" name="Shape 77"/>
          <p:cNvSpPr/>
          <p:nvPr/>
        </p:nvSpPr>
        <p:spPr>
          <a:xfrm>
            <a:off x="6591808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0" name="Text 78"/>
          <p:cNvSpPr/>
          <p:nvPr/>
        </p:nvSpPr>
        <p:spPr>
          <a:xfrm>
            <a:off x="6114288" y="2615184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과제 채점 목록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GR0201</a:t>
            </a:r>
            <a:endParaRPr lang="en-US" sz="1000" dirty="0"/>
          </a:p>
        </p:txBody>
      </p:sp>
      <p:sp>
        <p:nvSpPr>
          <p:cNvPr id="81" name="Shape 79"/>
          <p:cNvSpPr/>
          <p:nvPr/>
        </p:nvSpPr>
        <p:spPr>
          <a:xfrm>
            <a:off x="6591808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2" name="Text 80"/>
          <p:cNvSpPr/>
          <p:nvPr/>
        </p:nvSpPr>
        <p:spPr>
          <a:xfrm>
            <a:off x="6114288" y="3236976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과제 채점 - 상세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GR0301</a:t>
            </a:r>
            <a:endParaRPr lang="en-US" sz="1000" dirty="0"/>
          </a:p>
        </p:txBody>
      </p:sp>
      <p:sp>
        <p:nvSpPr>
          <p:cNvPr id="83" name="Shape 81"/>
          <p:cNvSpPr/>
          <p:nvPr/>
        </p:nvSpPr>
        <p:spPr>
          <a:xfrm>
            <a:off x="6591808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4" name="Text 82"/>
          <p:cNvSpPr/>
          <p:nvPr/>
        </p:nvSpPr>
        <p:spPr>
          <a:xfrm>
            <a:off x="6114288" y="3858768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수료 기준 설정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GR0401</a:t>
            </a:r>
            <a:endParaRPr lang="en-US" sz="1000" dirty="0"/>
          </a:p>
        </p:txBody>
      </p:sp>
      <p:sp>
        <p:nvSpPr>
          <p:cNvPr id="85" name="Shape 83"/>
          <p:cNvSpPr/>
          <p:nvPr/>
        </p:nvSpPr>
        <p:spPr>
          <a:xfrm>
            <a:off x="6591808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6" name="Text 84"/>
          <p:cNvSpPr/>
          <p:nvPr/>
        </p:nvSpPr>
        <p:spPr>
          <a:xfrm>
            <a:off x="6114288" y="448056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수료 처리 - 확인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GR0501</a:t>
            </a:r>
            <a:endParaRPr lang="en-US" sz="1000" dirty="0"/>
          </a:p>
        </p:txBody>
      </p:sp>
      <p:sp>
        <p:nvSpPr>
          <p:cNvPr id="87" name="Shape 85"/>
          <p:cNvSpPr/>
          <p:nvPr/>
        </p:nvSpPr>
        <p:spPr>
          <a:xfrm>
            <a:off x="4572000" y="868680"/>
            <a:ext cx="3029712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8" name="Text 86"/>
          <p:cNvSpPr/>
          <p:nvPr/>
        </p:nvSpPr>
        <p:spPr>
          <a:xfrm>
            <a:off x="7124192" y="137160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마이페이지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MY</a:t>
            </a:r>
            <a:endParaRPr lang="en-US" sz="1200" dirty="0"/>
          </a:p>
        </p:txBody>
      </p:sp>
      <p:sp>
        <p:nvSpPr>
          <p:cNvPr id="89" name="Shape 87"/>
          <p:cNvSpPr/>
          <p:nvPr/>
        </p:nvSpPr>
        <p:spPr>
          <a:xfrm>
            <a:off x="7601712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0" name="Text 88"/>
          <p:cNvSpPr/>
          <p:nvPr/>
        </p:nvSpPr>
        <p:spPr>
          <a:xfrm>
            <a:off x="7124192" y="1993392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내 정보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MY0101</a:t>
            </a:r>
            <a:endParaRPr lang="en-US" sz="1000" dirty="0"/>
          </a:p>
        </p:txBody>
      </p:sp>
      <p:sp>
        <p:nvSpPr>
          <p:cNvPr id="91" name="Shape 89"/>
          <p:cNvSpPr/>
          <p:nvPr/>
        </p:nvSpPr>
        <p:spPr>
          <a:xfrm>
            <a:off x="7601712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2" name="Text 90"/>
          <p:cNvSpPr/>
          <p:nvPr/>
        </p:nvSpPr>
        <p:spPr>
          <a:xfrm>
            <a:off x="7124192" y="2615184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수강 이력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MY0201</a:t>
            </a:r>
            <a:endParaRPr lang="en-US" sz="1000" dirty="0"/>
          </a:p>
        </p:txBody>
      </p:sp>
      <p:sp>
        <p:nvSpPr>
          <p:cNvPr id="93" name="Shape 91"/>
          <p:cNvSpPr/>
          <p:nvPr/>
        </p:nvSpPr>
        <p:spPr>
          <a:xfrm>
            <a:off x="7601712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4" name="Text 92"/>
          <p:cNvSpPr/>
          <p:nvPr/>
        </p:nvSpPr>
        <p:spPr>
          <a:xfrm>
            <a:off x="7124192" y="3236976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정산 내역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MY0301</a:t>
            </a:r>
            <a:endParaRPr lang="en-US" sz="1000" dirty="0"/>
          </a:p>
        </p:txBody>
      </p:sp>
      <p:sp>
        <p:nvSpPr>
          <p:cNvPr id="95" name="Shape 93"/>
          <p:cNvSpPr/>
          <p:nvPr/>
        </p:nvSpPr>
        <p:spPr>
          <a:xfrm>
            <a:off x="7601712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6" name="Text 94"/>
          <p:cNvSpPr/>
          <p:nvPr/>
        </p:nvSpPr>
        <p:spPr>
          <a:xfrm>
            <a:off x="7124192" y="3858768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정산 내역 - 내역 없음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MY0401</a:t>
            </a:r>
            <a:endParaRPr lang="en-US" sz="1000" dirty="0"/>
          </a:p>
        </p:txBody>
      </p:sp>
      <p:sp>
        <p:nvSpPr>
          <p:cNvPr id="97" name="Shape 95"/>
          <p:cNvSpPr/>
          <p:nvPr/>
        </p:nvSpPr>
        <p:spPr>
          <a:xfrm>
            <a:off x="4572000" y="868680"/>
            <a:ext cx="4039616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8" name="Text 96"/>
          <p:cNvSpPr/>
          <p:nvPr/>
        </p:nvSpPr>
        <p:spPr>
          <a:xfrm>
            <a:off x="8134096" y="137160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계정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AU</a:t>
            </a:r>
            <a:endParaRPr lang="en-US" sz="1200" dirty="0"/>
          </a:p>
        </p:txBody>
      </p:sp>
      <p:sp>
        <p:nvSpPr>
          <p:cNvPr id="99" name="Shape 97"/>
          <p:cNvSpPr/>
          <p:nvPr/>
        </p:nvSpPr>
        <p:spPr>
          <a:xfrm>
            <a:off x="8611616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0" name="Text 98"/>
          <p:cNvSpPr/>
          <p:nvPr/>
        </p:nvSpPr>
        <p:spPr>
          <a:xfrm>
            <a:off x="8134096" y="1993392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로그인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AU0101</a:t>
            </a:r>
            <a:endParaRPr lang="en-US" sz="1000" dirty="0"/>
          </a:p>
        </p:txBody>
      </p:sp>
      <p:sp>
        <p:nvSpPr>
          <p:cNvPr id="101" name="Shape 99"/>
          <p:cNvSpPr/>
          <p:nvPr/>
        </p:nvSpPr>
        <p:spPr>
          <a:xfrm>
            <a:off x="8611616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2" name="Text 100"/>
          <p:cNvSpPr/>
          <p:nvPr/>
        </p:nvSpPr>
        <p:spPr>
          <a:xfrm>
            <a:off x="8134096" y="2615184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회원가입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AU0201</a:t>
            </a:r>
            <a:endParaRPr lang="en-US" sz="1000" dirty="0"/>
          </a:p>
        </p:txBody>
      </p:sp>
      <p:sp>
        <p:nvSpPr>
          <p:cNvPr id="103" name="Shape 101"/>
          <p:cNvSpPr/>
          <p:nvPr/>
        </p:nvSpPr>
        <p:spPr>
          <a:xfrm>
            <a:off x="8611616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4" name="Text 102"/>
          <p:cNvSpPr/>
          <p:nvPr/>
        </p:nvSpPr>
        <p:spPr>
          <a:xfrm>
            <a:off x="8134096" y="3236976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회원가입 - 휴대폰 인증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AU0301</a:t>
            </a:r>
            <a:endParaRPr lang="en-US" sz="1000" dirty="0"/>
          </a:p>
        </p:txBody>
      </p:sp>
      <p:sp>
        <p:nvSpPr>
          <p:cNvPr id="105" name="Shape 103"/>
          <p:cNvSpPr/>
          <p:nvPr/>
        </p:nvSpPr>
        <p:spPr>
          <a:xfrm>
            <a:off x="8611616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6" name="Text 104"/>
          <p:cNvSpPr/>
          <p:nvPr/>
        </p:nvSpPr>
        <p:spPr>
          <a:xfrm>
            <a:off x="8134096" y="3858768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회원가입 완료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AU0401</a:t>
            </a:r>
            <a:endParaRPr lang="en-US" sz="1000" dirty="0"/>
          </a:p>
        </p:txBody>
      </p:sp>
      <p:sp>
        <p:nvSpPr>
          <p:cNvPr id="107" name="Shape 105"/>
          <p:cNvSpPr/>
          <p:nvPr/>
        </p:nvSpPr>
        <p:spPr>
          <a:xfrm>
            <a:off x="8611616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8" name="Text 106"/>
          <p:cNvSpPr/>
          <p:nvPr/>
        </p:nvSpPr>
        <p:spPr>
          <a:xfrm>
            <a:off x="8134096" y="448056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비밀번호 찾기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AU0501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2026-08-09T14:23:40Z</dcterms:created>
  <dcterms:modified xsi:type="dcterms:W3CDTF">2026-08-09T14:23:40Z</dcterms:modified>
</cp:coreProperties>
</file>