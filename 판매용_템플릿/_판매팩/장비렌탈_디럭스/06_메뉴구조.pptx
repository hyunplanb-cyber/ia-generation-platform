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8072"/>
  <p:notesSz cx="5148072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0" y="365760"/>
            <a:ext cx="1828800" cy="502920"/>
          </a:xfrm>
          <a:prstGeom prst="roundRect">
            <a:avLst>
              <a:gd name="adj" fmla="val 9091"/>
            </a:avLst>
          </a:prstGeom>
          <a:solidFill>
            <a:srgbClr val="EEEEF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024"/>
                </a:solidFill>
              </a:rPr>
              <a:t>장비 렌탈·대여 예약 플랫폼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 flipH="1">
            <a:off x="598170" y="868680"/>
            <a:ext cx="3973830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0960" y="1371600"/>
            <a:ext cx="1074420" cy="502920"/>
          </a:xfrm>
          <a:prstGeom prst="roundRect">
            <a:avLst>
              <a:gd name="adj" fmla="val 9091"/>
            </a:avLst>
          </a:prstGeom>
          <a:solidFill>
            <a:srgbClr val="E4762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홈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HO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98170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960" y="1993392"/>
            <a:ext cx="107442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홈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HO-01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98170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0960" y="2615184"/>
            <a:ext cx="107442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카테고리 홈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HO-02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98170" y="3118104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0960" y="3236976"/>
            <a:ext cx="107442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기간으로 찾기 - 결과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HO-03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98170" y="3739896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0960" y="3858768"/>
            <a:ext cx="107442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결과 없음 - 그 기간에 빈 장비가 없음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HO-04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98170" y="4361688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960" y="4480560"/>
            <a:ext cx="107442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기획전·특가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HO-05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 flipH="1">
            <a:off x="1733550" y="868680"/>
            <a:ext cx="2838450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96340" y="1371600"/>
            <a:ext cx="1074420" cy="502920"/>
          </a:xfrm>
          <a:prstGeom prst="roundRect">
            <a:avLst>
              <a:gd name="adj" fmla="val 9091"/>
            </a:avLst>
          </a:prstGeom>
          <a:solidFill>
            <a:srgbClr val="E4762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장비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PD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733550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96340" y="1993392"/>
            <a:ext cx="107442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장비 목록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PD-01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733550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96340" y="2615184"/>
            <a:ext cx="107442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장비 상세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PD-02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733550" y="3118104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96340" y="3236976"/>
            <a:ext cx="107442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날짜별 가용 재고 달력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PD-03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1733550" y="3739896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196340" y="3858768"/>
            <a:ext cx="107442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옵션·부속품 고르기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PD-04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733550" y="4361688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196340" y="4480560"/>
            <a:ext cx="107442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대여 불가 - 그 날짜 마감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PD-05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1733550" y="498348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196340" y="5102352"/>
            <a:ext cx="107442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세트 패키지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PD-06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 flipH="1">
            <a:off x="2868930" y="868680"/>
            <a:ext cx="1703070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331720" y="1371600"/>
            <a:ext cx="1074420" cy="502920"/>
          </a:xfrm>
          <a:prstGeom prst="roundRect">
            <a:avLst>
              <a:gd name="adj" fmla="val 9091"/>
            </a:avLst>
          </a:prstGeom>
          <a:solidFill>
            <a:srgbClr val="E4762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장바구니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CT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2868930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331720" y="1993392"/>
            <a:ext cx="107442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대여 장바구니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CT-01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868930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331720" y="2615184"/>
            <a:ext cx="107442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기간 한꺼번에 바꾸기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CT-02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868930" y="3118104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331720" y="3236976"/>
            <a:ext cx="107442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빈 장바구니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CT-03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 flipH="1">
            <a:off x="4004310" y="868680"/>
            <a:ext cx="567690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467100" y="1371600"/>
            <a:ext cx="1074420" cy="502920"/>
          </a:xfrm>
          <a:prstGeom prst="roundRect">
            <a:avLst>
              <a:gd name="adj" fmla="val 9091"/>
            </a:avLst>
          </a:prstGeom>
          <a:solidFill>
            <a:srgbClr val="E4762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예약·결제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BK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4004310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467100" y="1993392"/>
            <a:ext cx="107442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대여 신청서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BK-01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004310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467100" y="2615184"/>
            <a:ext cx="107442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보증금·결제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BK-02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004310" y="3118104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467100" y="3236976"/>
            <a:ext cx="107442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대여 확정 완료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BK-03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004310" y="3739896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467100" y="3858768"/>
            <a:ext cx="107442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결제 실패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BK-04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004310" y="4361688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467100" y="4480560"/>
            <a:ext cx="107442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대여 계약 동의·서명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BK-05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4004310" y="498348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467100" y="5102352"/>
            <a:ext cx="107442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대여 기간 연장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BK-06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4572000" y="868680"/>
            <a:ext cx="567690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602480" y="1371600"/>
            <a:ext cx="1074420" cy="502920"/>
          </a:xfrm>
          <a:prstGeom prst="roundRect">
            <a:avLst>
              <a:gd name="adj" fmla="val 9091"/>
            </a:avLst>
          </a:prstGeom>
          <a:solidFill>
            <a:srgbClr val="E4762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수령·반납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RT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5139690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602480" y="1993392"/>
            <a:ext cx="107442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수령 확인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RT-01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5139690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602480" y="2615184"/>
            <a:ext cx="107442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이용 중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RT-02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5139690" y="3118104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602480" y="3236976"/>
            <a:ext cx="107442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반납 안내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RT-03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5139690" y="3739896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602480" y="3858768"/>
            <a:ext cx="107442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반납 접수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RT-04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5139690" y="4361688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602480" y="4480560"/>
            <a:ext cx="107442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연체 안내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RT-05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5139690" y="498348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602480" y="5102352"/>
            <a:ext cx="107442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파손·분실 신고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RT-06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4572000" y="868680"/>
            <a:ext cx="1703070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737860" y="1371600"/>
            <a:ext cx="1074420" cy="502920"/>
          </a:xfrm>
          <a:prstGeom prst="roundRect">
            <a:avLst>
              <a:gd name="adj" fmla="val 9091"/>
            </a:avLst>
          </a:prstGeom>
          <a:solidFill>
            <a:srgbClr val="E4762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정산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ST</a:t>
            </a:r>
            <a:endParaRPr lang="en-US" sz="1200" dirty="0"/>
          </a:p>
        </p:txBody>
      </p:sp>
      <p:sp>
        <p:nvSpPr>
          <p:cNvPr id="67" name="Shape 65"/>
          <p:cNvSpPr/>
          <p:nvPr/>
        </p:nvSpPr>
        <p:spPr>
          <a:xfrm>
            <a:off x="6275070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5737860" y="1993392"/>
            <a:ext cx="107442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점검 진행 중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ST-01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6275070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5737860" y="2615184"/>
            <a:ext cx="107442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정산 내역 - 연체·파손 청구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ST-02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6275070" y="3118104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5737860" y="3236976"/>
            <a:ext cx="107442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보증금 환급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ST-03</a:t>
            </a:r>
            <a:endParaRPr lang="en-US" sz="1000" dirty="0"/>
          </a:p>
        </p:txBody>
      </p:sp>
      <p:sp>
        <p:nvSpPr>
          <p:cNvPr id="73" name="Shape 71"/>
          <p:cNvSpPr/>
          <p:nvPr/>
        </p:nvSpPr>
        <p:spPr>
          <a:xfrm>
            <a:off x="6275070" y="3739896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5737860" y="3858768"/>
            <a:ext cx="107442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환급 완료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ST-04</a:t>
            </a:r>
            <a:endParaRPr lang="en-US" sz="1000" dirty="0"/>
          </a:p>
        </p:txBody>
      </p:sp>
      <p:sp>
        <p:nvSpPr>
          <p:cNvPr id="75" name="Shape 73"/>
          <p:cNvSpPr/>
          <p:nvPr/>
        </p:nvSpPr>
        <p:spPr>
          <a:xfrm>
            <a:off x="4572000" y="868680"/>
            <a:ext cx="2838450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6873240" y="1371600"/>
            <a:ext cx="1074420" cy="502920"/>
          </a:xfrm>
          <a:prstGeom prst="roundRect">
            <a:avLst>
              <a:gd name="adj" fmla="val 9091"/>
            </a:avLst>
          </a:prstGeom>
          <a:solidFill>
            <a:srgbClr val="E4762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마이페이지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MY</a:t>
            </a:r>
            <a:endParaRPr lang="en-US" sz="1200" dirty="0"/>
          </a:p>
        </p:txBody>
      </p:sp>
      <p:sp>
        <p:nvSpPr>
          <p:cNvPr id="77" name="Shape 75"/>
          <p:cNvSpPr/>
          <p:nvPr/>
        </p:nvSpPr>
        <p:spPr>
          <a:xfrm>
            <a:off x="7410450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6873240" y="1993392"/>
            <a:ext cx="107442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내 대여 내역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MY-01</a:t>
            </a:r>
            <a:endParaRPr lang="en-US" sz="1000" dirty="0"/>
          </a:p>
        </p:txBody>
      </p:sp>
      <p:sp>
        <p:nvSpPr>
          <p:cNvPr id="79" name="Shape 77"/>
          <p:cNvSpPr/>
          <p:nvPr/>
        </p:nvSpPr>
        <p:spPr>
          <a:xfrm>
            <a:off x="7410450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6873240" y="2615184"/>
            <a:ext cx="107442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대여 상세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MY-02</a:t>
            </a:r>
            <a:endParaRPr lang="en-US" sz="1000" dirty="0"/>
          </a:p>
        </p:txBody>
      </p:sp>
      <p:sp>
        <p:nvSpPr>
          <p:cNvPr id="81" name="Shape 79"/>
          <p:cNvSpPr/>
          <p:nvPr/>
        </p:nvSpPr>
        <p:spPr>
          <a:xfrm>
            <a:off x="7410450" y="3118104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6873240" y="3236976"/>
            <a:ext cx="107442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후기 쓰기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MY-03</a:t>
            </a:r>
            <a:endParaRPr lang="en-US" sz="1000" dirty="0"/>
          </a:p>
        </p:txBody>
      </p:sp>
      <p:sp>
        <p:nvSpPr>
          <p:cNvPr id="83" name="Shape 81"/>
          <p:cNvSpPr/>
          <p:nvPr/>
        </p:nvSpPr>
        <p:spPr>
          <a:xfrm>
            <a:off x="7410450" y="3739896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6873240" y="3858768"/>
            <a:ext cx="107442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알림·쿠폰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MY-04</a:t>
            </a:r>
            <a:endParaRPr lang="en-US" sz="1000" dirty="0"/>
          </a:p>
        </p:txBody>
      </p:sp>
      <p:sp>
        <p:nvSpPr>
          <p:cNvPr id="85" name="Shape 83"/>
          <p:cNvSpPr/>
          <p:nvPr/>
        </p:nvSpPr>
        <p:spPr>
          <a:xfrm>
            <a:off x="4572000" y="868680"/>
            <a:ext cx="3973830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8008620" y="1371600"/>
            <a:ext cx="1074420" cy="502920"/>
          </a:xfrm>
          <a:prstGeom prst="roundRect">
            <a:avLst>
              <a:gd name="adj" fmla="val 9091"/>
            </a:avLst>
          </a:prstGeom>
          <a:solidFill>
            <a:srgbClr val="E4762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고객센터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CS</a:t>
            </a:r>
            <a:endParaRPr lang="en-US" sz="1200" dirty="0"/>
          </a:p>
        </p:txBody>
      </p:sp>
      <p:sp>
        <p:nvSpPr>
          <p:cNvPr id="87" name="Shape 85"/>
          <p:cNvSpPr/>
          <p:nvPr/>
        </p:nvSpPr>
        <p:spPr>
          <a:xfrm>
            <a:off x="8545830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8008620" y="1993392"/>
            <a:ext cx="107442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자주 묻는 질문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CS-01</a:t>
            </a:r>
            <a:endParaRPr lang="en-US" sz="1000" dirty="0"/>
          </a:p>
        </p:txBody>
      </p:sp>
      <p:sp>
        <p:nvSpPr>
          <p:cNvPr id="89" name="Shape 87"/>
          <p:cNvSpPr/>
          <p:nvPr/>
        </p:nvSpPr>
        <p:spPr>
          <a:xfrm>
            <a:off x="8545830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8008620" y="2615184"/>
            <a:ext cx="107442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1:1 문의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CS-02</a:t>
            </a:r>
            <a:endParaRPr lang="en-US" sz="1000" dirty="0"/>
          </a:p>
        </p:txBody>
      </p:sp>
      <p:sp>
        <p:nvSpPr>
          <p:cNvPr id="91" name="Shape 89"/>
          <p:cNvSpPr/>
          <p:nvPr/>
        </p:nvSpPr>
        <p:spPr>
          <a:xfrm>
            <a:off x="8545830" y="3118104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8008620" y="3236976"/>
            <a:ext cx="107442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대여 약관·규정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CS-03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2026-08-10T02:48:31Z</dcterms:created>
  <dcterms:modified xsi:type="dcterms:W3CDTF">2026-08-10T02:48:31Z</dcterms:modified>
</cp:coreProperties>
</file>