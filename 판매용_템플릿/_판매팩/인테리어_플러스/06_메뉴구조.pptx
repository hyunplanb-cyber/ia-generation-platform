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 — 상세 IA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HO0101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HO0201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HO0301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CS0101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CS0201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CS0301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CS0401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ES0101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ES0201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ES0301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ES0401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ES0501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VS0101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VS0201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VS0301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VS0401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CT0101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CT0201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CT0301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CT0401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PR0101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PR0201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PR0301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PR0401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PR0501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PR0601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AS0101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AS0201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AS0301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OW0101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OW0201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OW0301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OW0401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OW0501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OW0601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OW0701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AU0101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AU0201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AU0301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AU0401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2026-08-19T09:09:27Z</dcterms:created>
  <dcterms:modified xsi:type="dcterms:W3CDTF">2026-08-19T09:09:27Z</dcterms:modified>
</cp:coreProperties>
</file>