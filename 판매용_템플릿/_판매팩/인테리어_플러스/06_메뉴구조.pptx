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인테리어 시공 견적·시공관리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32384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23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23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시공 분야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238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비용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HO0301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flipH="1">
            <a:off x="1542288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76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시공사례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4228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476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시공사례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CS0101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4228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476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시공사례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CS0201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4228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476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시공사례 -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CS0301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4228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476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자재·마감 둘러보기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CS0401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2552192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467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견적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521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7467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조건 입력 - 단계별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ES0101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521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467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결과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ES0201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521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467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항목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ES0301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21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467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저장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ES0401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5219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7467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견주기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ES0501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3562096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8457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실측 예약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VS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56209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8457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방문 실측 예약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VS0101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6209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8457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내용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VS0201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6209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457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VS0301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6209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8457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변경·취소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VS0401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94480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계약·결제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94480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계약서 확인·서명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CT0101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94480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계약금 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CT0201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4480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완료 - 계약 성사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CT0301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4480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CT0401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0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0438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공사 진행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PR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58190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0438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공정표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PR0101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58190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0438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오늘 현장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PR0201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58190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0438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현장 사진 일지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PR0301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58190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0438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추가공사 변경 견적 승인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PR0401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58190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4384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준공 검수 체크리스트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PR0501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581904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4384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공사 진행 - 진행 중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PR0601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0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1428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하자보수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AS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5918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1428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하자보수 접수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AS0101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5918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1428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하자보수 접수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AS0201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5918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428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하자보수 처리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AS0301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0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2419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현장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OW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60171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12419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현장 대시보드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OW0101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60171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12419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요청함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OW0201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60171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2419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현장 상세 - 공정 편집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OW0301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60171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2419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자재·원가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OW0401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60171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2419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기성 청구·수금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OW0501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601712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24192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일정 캘린더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OW0601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601712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24192" y="572414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업체 정보·직원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OW0701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572000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13409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AU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6116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3409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AU0101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6116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3409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AU0201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86116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3409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비밀번호 찾기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AU0301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61161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409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AU0401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2026-09-02T10:18:14Z</dcterms:created>
  <dcterms:modified xsi:type="dcterms:W3CDTF">2026-09-02T10:18:14Z</dcterms:modified>
</cp:coreProperties>
</file>