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동네 서비스 매칭 플랫폼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00343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03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034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203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034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03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손님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158826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686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고수 찾기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5882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686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5882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686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목록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5882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686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5882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686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포트폴리오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5882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686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찜한 고수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1917309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9169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요청서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RQ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1730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9169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서비스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RQ-01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1730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9169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요청서 작성 - 단계별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RQ-02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1730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9169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요청서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RQ-03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1730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9169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RQ-04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17309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9169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수정·취소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RQ-05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2675792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1765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받은 견적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QT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757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1765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QT-01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57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1765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비교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QT-02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757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1765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QT-03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57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17652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선택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QT-04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3434275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7613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채팅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43427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7613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3427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7613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CH-02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 flipH="1">
            <a:off x="4192758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3461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결제·이용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19275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3461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PY-01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9275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3461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PY-02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9275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3461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PY-03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310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요청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95124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9310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요청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5124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9310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상세 - 진행 상황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95124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9310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요청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5158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후기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70972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5158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70972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5158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후기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0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006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고수센터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4682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006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고수센터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4682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006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등록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PR-02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4682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006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등록 -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PR-03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4682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0068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활동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PR-04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46820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0068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프로필·포트폴리오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PR-05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68551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요청 받기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LD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22669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68551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새 요청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LD-01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22669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68551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LD-02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22669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68551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보내기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LD-03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22669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68551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크레딧 충전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LD-04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0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27034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진행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JB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798517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27034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일감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JB-01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98517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627034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일감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JB-02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798517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627034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JB-03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572000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385517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74365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385517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874365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385517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AU-02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874365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385517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AU-03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874365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385517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AU-04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874365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85517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2026-08-20T16:33:19Z</dcterms:created>
  <dcterms:modified xsi:type="dcterms:W3CDTF">2026-08-20T16:33:19Z</dcterms:modified>
</cp:coreProperties>
</file>