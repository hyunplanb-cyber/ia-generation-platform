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6576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EEEEF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024"/>
                </a:solidFill>
              </a:rPr>
              <a:t>회원끼리 사고파는 중고거래 장터 — 상세 IA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 flipH="1">
            <a:off x="532384" y="868680"/>
            <a:ext cx="403961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홈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HO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2384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HO0101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2384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카테고리 전체 보기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HO0201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32384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안전거래·이용안내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HO0301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2384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공지·이벤트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HO0401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 flipH="1">
            <a:off x="1542288" y="868680"/>
            <a:ext cx="3029712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4768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매물 찾기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542288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4768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동네 설정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SE0101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542288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4768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매물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SE0201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542288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4768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검색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SE0301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542288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4768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매물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SE0401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542288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64768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결과 없음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SE0501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 flipH="1">
            <a:off x="2552192" y="868680"/>
            <a:ext cx="2019808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74672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판매하기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SL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552192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74672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판매글 작성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SL0101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52192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74672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사진 등록·정리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SL0201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52192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74672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얼마에 팔까 — 시세 보기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SL0301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552192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74672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등록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SL0401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552192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74672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판매글 관리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SL0501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 flipH="1">
            <a:off x="3562096" y="868680"/>
            <a:ext cx="100990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84576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끌올·광고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BS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562096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84576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끌올하기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BS0101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562096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84576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광고 상품·요금 안내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BS0201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562096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84576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끌올·광고 내역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BS0301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0" y="868680"/>
            <a:ext cx="91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094480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채팅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CH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572000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094480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채팅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CH0101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0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94480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채팅방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CH0201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0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094480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거래 약속 잡기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CH0301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0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094480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신고·차단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CH0401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0" y="868680"/>
            <a:ext cx="100990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104384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안전결제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PA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5581904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104384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안전결제 시작·안내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PA0101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581904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104384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결제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PA0201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581904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104384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발송 등록 (판매자)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PA0301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581904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104384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수령 확인·구매확정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PA0401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5581904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104384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거래 진행 상태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PA0501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572000" y="868680"/>
            <a:ext cx="2019808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114288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마이페이지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MY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6591808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114288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프로필·매너 점수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MY0101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591808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114288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구매 내역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MY0201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591808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114288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찜한 물건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MY0301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591808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114288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거래 후기 쓰기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MY0401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6591808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114288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받은 후기·매너 점수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MY0501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6591808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114288" y="510235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관심 키워드·알림 설정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MY0601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4572000" y="868680"/>
            <a:ext cx="3029712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124192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운영자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AD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7601712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124192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신고 처리 대기열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AD0101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7601712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124192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신고 상세·조치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AD0201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7601712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124192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금지품목·거래규칙 관리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AD0301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7601712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124192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안전결제 정산·분쟁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AD0401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7601712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124192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운영자 로그인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AD0501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4572000" y="868680"/>
            <a:ext cx="403961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134096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고객센터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CS</a:t>
            </a:r>
            <a:endParaRPr lang="en-US" sz="1200" dirty="0"/>
          </a:p>
        </p:txBody>
      </p:sp>
      <p:sp>
        <p:nvSpPr>
          <p:cNvPr id="95" name="Shape 93"/>
          <p:cNvSpPr/>
          <p:nvPr/>
        </p:nvSpPr>
        <p:spPr>
          <a:xfrm>
            <a:off x="8611616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134096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자주 묻는 질문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CS0101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8611616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134096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1:1 문의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CS0201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8611616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134096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공지사항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CS0301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2026-09-07T03:12:15Z</dcterms:created>
  <dcterms:modified xsi:type="dcterms:W3CDTF">2026-09-07T03:12:15Z</dcterms:modified>
</cp:coreProperties>
</file>