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반려견 유치원 등원 예약·운영 — 상세 IA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532384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238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238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요금·코스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HO0201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238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시설·프로그램 소개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HO0301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238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 편성 기준 소개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HO0401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2384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이벤트·공지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HO0501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H="1">
            <a:off x="1542288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476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반려견 등록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54228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476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반려견 등록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PL0101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4228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476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백신 접종 기록 업로드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PL0201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54228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476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건강·특이사항 입력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PL0301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54228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4768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반려견 프로필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PL0401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flipH="1">
            <a:off x="2552192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7467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등원 예약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5219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7467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방법 고르기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RE0101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5219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7467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정기 등원 요일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RE0201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5219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7467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낱개 예약 - 날짜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RE0301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5219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7467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 배정 결과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RE0401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5219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7467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RE0501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52192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74672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RE0601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 flipH="1">
            <a:off x="3562096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8457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마이페이지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56209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8457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MY0101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6209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8457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회차권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MY0201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56209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8457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정기 등원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MY0301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56209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84576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알림장함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MY0401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562096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84576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알림장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MY0501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868680"/>
            <a:ext cx="91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94480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등하원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AT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57200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94480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오늘 등원 현황판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AT0101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94480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등원 체크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AT0201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94480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하원 체크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AT0301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94480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 편성 보드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AT0401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94480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결석·지각 처리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AT0501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0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0438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알림장 작성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NW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58190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0438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알림장 작성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NW0101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58190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0438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사진 첨부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NW0201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58190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0438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발송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NW0301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58190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04384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발송 이력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NW0401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72000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1428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건강·안전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HL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659180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1428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백신 만료 대시보드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HL0101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59180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1428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반려견별 건강기록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HL0201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59180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1428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사고·특이사항 기록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HL0301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59180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14288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보호자 알림 발송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HL0401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572000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2419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원 관리자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MG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760171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12419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정원·요금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MG0101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60171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2419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 배정 규칙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MG0201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60171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2419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정산·매출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MG0301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60171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12419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직원·계정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MG0401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760171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12419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운영자 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MG0501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4572000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13409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고객센터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CS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861161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13409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자주 묻는 질문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CS0101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61161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3409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1:1 문의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CS0201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861161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13409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공지사항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CS0301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2026-08-24T02:44:06Z</dcterms:created>
  <dcterms:modified xsi:type="dcterms:W3CDTF">2026-08-24T02:44:06Z</dcterms:modified>
</cp:coreProperties>
</file>