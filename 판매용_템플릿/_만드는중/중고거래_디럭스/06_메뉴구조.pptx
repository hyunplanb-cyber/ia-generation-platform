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회원끼리 사고파는 중고거래 장터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카테고리 전체 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23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안전거래·이용안내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238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공지·이벤트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매물 찾기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동네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매물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검색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4228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476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매물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42288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4768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판매하기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판매글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SL-01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사진 등록·정리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SL-02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얼마에 팔까 — 시세 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SL-03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등록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SL-04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판매글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SL-05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끌올·광고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BS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끌올하기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BS-01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광고 상품·요금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BS-02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끌올·광고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BS-03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채팅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CH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채팅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CH-01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채팅방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CH-02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거래 약속 잡기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CH-03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신고·차단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CH-04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안전결제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PA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안전결제 시작·안내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PA-01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PA-02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발송 등록 (판매자)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PA-03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수령 확인·구매확정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PA-04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58190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거래 진행 상태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PA-05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프로필·매너 점수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구매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찜한 물건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5918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428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거래 후기 쓰기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MY-04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591808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288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받은 후기·매너 점수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MY-05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591808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4288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관심 키워드·알림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MY-06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운영자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AD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신고 처리 대기열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AD-01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신고 상세·조치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AD-02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금지품목·거래규칙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AD-03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안전결제 정산·분쟁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AD-04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60171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2419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운영자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AD-05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CS-02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공지사항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2026-09-07T03:12:10Z</dcterms:created>
  <dcterms:modified xsi:type="dcterms:W3CDTF">2026-09-07T03:12:10Z</dcterms:modified>
</cp:coreProperties>
</file>