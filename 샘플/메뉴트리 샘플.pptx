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14685102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3DED91B3-77EC-D14F-B236-D30BC545C84E}" name="Cover">
          <p14:sldIdLst/>
        </p14:section>
        <p14:section id="{2E6C628D-5A57-AE42-ACDA-2800D106CDA9}" name="Policy">
          <p14:sldIdLst/>
        </p14:section>
        <p14:section id="{A7B352A7-AF70-7C4C-83C0-E48454E25189}" name="IA">
          <p14:sldIdLst>
            <p14:sldId id="2146851028"/>
          </p14:sldIdLst>
        </p14:section>
        <p14:section id="{C20B099C-187F-4946-AD3F-047F28A3F8EB}" name="Component">
          <p14:sldIdLst/>
        </p14:section>
        <p14:section id="{F79A59FC-A575-FC45-B15C-1AD39F4742C7}" name="Asset Library">
          <p14:sldIdLst/>
        </p14:section>
        <p14:section id="{B8C9DB80-D549-BE4E-8E09-349384A874A9}" name="Asset Library &gt; Library">
          <p14:sldIdLst/>
        </p14:section>
        <p14:section id="{839A959D-3CA8-DE44-AB83-3F21A5E02F30}" name="Asset Library &gt; My Assets">
          <p14:sldIdLst/>
        </p14:section>
        <p14:section id="{A90FE705-6E62-4646-A828-6150006C417A}" name="Asset Library &gt; My Workplace">
          <p14:sldIdLst/>
        </p14:section>
        <p14:section id="{5C3E6251-CEB6-554D-9483-000D31FC0E22}" name="Support">
          <p14:sldIdLst/>
        </p14:section>
        <p14:section id="{950E6AEB-C1F3-2D4A-A2AC-97760368F241}" name="Support : Overview">
          <p14:sldIdLst/>
        </p14:section>
        <p14:section id="{CB758D79-6166-224C-920C-58116D417B64}" name="Support &gt; All Tickets">
          <p14:sldIdLst/>
        </p14:section>
        <p14:section id="{37617D5E-D9B0-5140-AD04-09CBCEC64575}" name="Support : Ticket Detail">
          <p14:sldIdLst/>
        </p14:section>
        <p14:section id="{47591B4C-21A5-8247-B024-6AC95970B6F4}" name="Support : Newsletter">
          <p14:sldIdLst/>
        </p14:section>
        <p14:section id="{6AC5D46B-4C8B-4346-A284-5988110B3C51}" name="Notification">
          <p14:sldIdLst/>
        </p14:section>
        <p14:section id="{F1E1618D-A47B-304E-955D-926B8055661B}" name="My Page">
          <p14:sldIdLst/>
        </p14:section>
        <p14:section id="{38383EE5-6364-0C43-9BE9-8C014C305BD0}" name="My Page : Event Notice">
          <p14:sldIdLst/>
        </p14:section>
        <p14:section id="{A1CFAFD2-165E-5A49-A742-11525BC12117}" name="My page &gt; Asset Approvement Managment">
          <p14:sldIdLst/>
        </p14:section>
        <p14:section id="{7AF77110-967B-0142-AE75-4EABEFF221EB}" name="End of Document">
          <p14:sldIdLst/>
        </p14:section>
      </p14:sectionLst>
    </p:ext>
  </p:extLst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8011" autoAdjust="0"/>
    <p:restoredTop sz="95705" autoAdjust="0"/>
  </p:normalViewPr>
  <p:slideViewPr>
    <p:cSldViewPr snapToGrid="0">
      <p:cViewPr varScale="1">
        <p:scale>
          <a:sx n="100" d="100"/>
          <a:sy n="100" d="100"/>
        </p:scale>
        <p:origin x="1830" y="114"/>
      </p:cViewPr>
      <p:guideLst>
        <p:guide orient="horz" pos="1637"/>
        <p:guide orient="horz" pos="571"/>
        <p:guide pos="3703"/>
        <p:guide pos="1458"/>
        <p:guide pos="777"/>
        <p:guide pos="256"/>
        <p:guide pos="7445"/>
        <p:guide pos="2093"/>
        <p:guide pos="1548"/>
        <p:guide pos="39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20" d="100"/>
        <a:sy n="20" d="100"/>
      </p:scale>
      <p:origin x="0" y="-25470"/>
    </p:cViewPr>
  </p:sorterViewPr>
  <p:notesViewPr>
    <p:cSldViewPr snapToGrid="0">
      <p:cViewPr varScale="1">
        <p:scale>
          <a:sx n="171" d="100"/>
          <a:sy n="171" d="100"/>
        </p:scale>
        <p:origin x="6552" y="176"/>
      </p:cViewPr>
    </p:cSldViewPr>
  </p:notes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presProps" Target="presProps.xml"  /><Relationship Id="rId5" Type="http://schemas.openxmlformats.org/officeDocument/2006/relationships/viewProps" Target="viewProps.xml"  /><Relationship Id="rId6" Type="http://schemas.openxmlformats.org/officeDocument/2006/relationships/theme" Target="theme/theme1.xml"  /><Relationship Id="rId7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algun Gothic"/>
              </a:defRPr>
            </a:lvl1pPr>
          </a:lstStyle>
          <a:p>
            <a:pPr lvl="0"/>
            <a:endParaRPr kumimoji="1" lang="ja-KR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algun Gothic"/>
              </a:defRPr>
            </a:lvl1pPr>
          </a:lstStyle>
          <a:p>
            <a:pPr lvl="0"/>
            <a:fld id="{D908F1C1-6A22-7F47-B5C7-628A0B442A4F}" type="datetime1">
              <a:rPr kumimoji="1" lang="ja-KR" altLang="en-US" smtClean="0"/>
              <a:pPr/>
              <a:t>04/13/2023</a:t>
            </a:fld>
            <a:endParaRPr kumimoji="1" lang="ja-KR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KR" alt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>
              <a:defRPr/>
            </a:pPr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>
              <a:defRPr/>
            </a:pPr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>
              <a:defRPr/>
            </a:pPr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>
              <a:defRPr/>
            </a:pPr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KR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algun Gothic"/>
              </a:defRPr>
            </a:lvl1pPr>
          </a:lstStyle>
          <a:p>
            <a:pPr lvl="0"/>
            <a:endParaRPr kumimoji="1" lang="ja-KR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algun Gothic"/>
              </a:defRPr>
            </a:lvl1pPr>
          </a:lstStyle>
          <a:p>
            <a:pPr lvl="0"/>
            <a:fld id="{48EED08C-AECB-FC43-8277-99A1460298B5}" type="slidenum">
              <a:rPr kumimoji="1" lang="ja-KR" altLang="en-US" smtClean="0"/>
              <a:pPr/>
              <a:t>‹#›</a:t>
            </a:fld>
            <a:endParaRPr kumimoji="1" lang="ja-KR" altLang="en-US" dirty="0"/>
          </a:p>
        </p:txBody>
      </p:sp>
    </p:spTree>
    <p:extLst>
      <p:ext uri="{BB962C8B-B14F-4D97-AF65-F5344CB8AC3E}">
        <p14:creationId xmlns:p14="http://schemas.microsoft.com/office/powerpoint/2010/main" val="6599112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algun Gothic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algun Gothic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algun Gothic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algun Gothic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algun Gothic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A2545A-08F7-4F26-86AC-751FF6AAF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D39EC5A-41DA-431E-9548-362893407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89C044-86F1-4E3D-AFAB-C922FE2EE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0BDC-C45A-4F16-94AC-9AE4CCAA0B0E}" type="datetimeFigureOut">
              <a:rPr lang="ko-KR" altLang="en-US" smtClean="0"/>
              <a:t>2023-04-13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77547B-CCFF-4B69-A038-8218ABEBF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7D3C06-0C6A-4AAB-9297-B78EDA0D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9073-6FB7-4873-A6C2-90FD2DDB6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593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8075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97CE008-D9BC-5840-BCF8-0709762BD9A6}"/>
              </a:ext>
            </a:extLst>
          </p:cNvPr>
          <p:cNvSpPr txBox="1">
            <a:spLocks/>
          </p:cNvSpPr>
          <p:nvPr userDrawn="1"/>
        </p:nvSpPr>
        <p:spPr>
          <a:xfrm>
            <a:off x="11339399" y="6604956"/>
            <a:ext cx="719134" cy="2027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21B273-6C2C-427A-9419-2877277F196E}" type="slidenum">
              <a:rPr lang="ko-KR" altLang="en-US" sz="800" b="0" i="0" smtClean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Arial" panose="020B0604020202020204" pitchFamily="34" charset="0"/>
              </a:rPr>
              <a:pPr/>
              <a:t>‹#›</a:t>
            </a:fld>
            <a:endParaRPr lang="ko-KR" altLang="en-US" sz="800" b="0" i="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3" name="Straight Connector 6">
            <a:extLst>
              <a:ext uri="{FF2B5EF4-FFF2-40B4-BE49-F238E27FC236}">
                <a16:creationId xmlns:a16="http://schemas.microsoft.com/office/drawing/2014/main" id="{5913DC93-A847-0449-AD3D-703A1DD6F025}"/>
              </a:ext>
            </a:extLst>
          </p:cNvPr>
          <p:cNvCxnSpPr/>
          <p:nvPr userDrawn="1"/>
        </p:nvCxnSpPr>
        <p:spPr>
          <a:xfrm>
            <a:off x="79097" y="6604956"/>
            <a:ext cx="12033806" cy="0"/>
          </a:xfrm>
          <a:prstGeom prst="line">
            <a:avLst/>
          </a:prstGeom>
          <a:ln w="635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16">
            <a:extLst>
              <a:ext uri="{FF2B5EF4-FFF2-40B4-BE49-F238E27FC236}">
                <a16:creationId xmlns:a16="http://schemas.microsoft.com/office/drawing/2014/main" id="{1489D783-8BEA-5B4A-A8CF-BFF41CDB853C}"/>
              </a:ext>
            </a:extLst>
          </p:cNvPr>
          <p:cNvCxnSpPr/>
          <p:nvPr userDrawn="1"/>
        </p:nvCxnSpPr>
        <p:spPr>
          <a:xfrm>
            <a:off x="227013" y="577379"/>
            <a:ext cx="11736387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00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and E.O.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</a:endParaRP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1233638" y="2978877"/>
            <a:ext cx="10029524" cy="484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kumimoji="1" lang="ko-KR" altLang="en-US" sz="3500" b="0" i="0" kern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lt"/>
                <a:ea typeface="+mj-ea"/>
                <a:cs typeface="Arial" charset="0"/>
              </a:defRPr>
            </a:lvl1pPr>
          </a:lstStyle>
          <a:p>
            <a:r>
              <a:rPr lang="ko-KR" altLang="en-US" dirty="0"/>
              <a:t>마스터 제목 스타일 </a:t>
            </a:r>
          </a:p>
        </p:txBody>
      </p:sp>
    </p:spTree>
    <p:extLst>
      <p:ext uri="{BB962C8B-B14F-4D97-AF65-F5344CB8AC3E}">
        <p14:creationId xmlns:p14="http://schemas.microsoft.com/office/powerpoint/2010/main" val="2855861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F_non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90">
            <a:extLst>
              <a:ext uri="{FF2B5EF4-FFF2-40B4-BE49-F238E27FC236}">
                <a16:creationId xmlns:a16="http://schemas.microsoft.com/office/drawing/2014/main" id="{D49A7042-CA3A-644C-AB15-8A1E4209F15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69019004"/>
              </p:ext>
            </p:extLst>
          </p:nvPr>
        </p:nvGraphicFramePr>
        <p:xfrm>
          <a:off x="244476" y="188913"/>
          <a:ext cx="11736787" cy="410165"/>
        </p:xfrm>
        <a:graphic>
          <a:graphicData uri="http://schemas.openxmlformats.org/drawingml/2006/table">
            <a:tbl>
              <a:tblPr/>
              <a:tblGrid>
                <a:gridCol w="880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6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9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337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79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2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Chapter</a:t>
                      </a:r>
                    </a:p>
                  </a:txBody>
                  <a:tcPr marL="10800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Confidential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69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Location</a:t>
                      </a:r>
                    </a:p>
                  </a:txBody>
                  <a:tcPr marL="108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75034025-FCD6-984D-ABB9-77EB5A638F3A}"/>
              </a:ext>
            </a:extLst>
          </p:cNvPr>
          <p:cNvSpPr txBox="1">
            <a:spLocks/>
          </p:cNvSpPr>
          <p:nvPr userDrawn="1"/>
        </p:nvSpPr>
        <p:spPr>
          <a:xfrm>
            <a:off x="11339399" y="6604956"/>
            <a:ext cx="719134" cy="2027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21B273-6C2C-427A-9419-2877277F196E}" type="slidenum">
              <a:rPr lang="ko-KR" altLang="en-US" sz="800" b="0" i="0" smtClean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Arial" panose="020B0604020202020204" pitchFamily="34" charset="0"/>
              </a:rPr>
              <a:pPr/>
              <a:t>‹#›</a:t>
            </a:fld>
            <a:endParaRPr lang="ko-KR" altLang="en-US" sz="800" b="0" i="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6" name="Straight Connector 6">
            <a:extLst>
              <a:ext uri="{FF2B5EF4-FFF2-40B4-BE49-F238E27FC236}">
                <a16:creationId xmlns:a16="http://schemas.microsoft.com/office/drawing/2014/main" id="{C66A0A86-205C-264D-803A-C70D7C34903A}"/>
              </a:ext>
            </a:extLst>
          </p:cNvPr>
          <p:cNvCxnSpPr/>
          <p:nvPr userDrawn="1"/>
        </p:nvCxnSpPr>
        <p:spPr>
          <a:xfrm>
            <a:off x="79097" y="6604956"/>
            <a:ext cx="12033806" cy="0"/>
          </a:xfrm>
          <a:prstGeom prst="line">
            <a:avLst/>
          </a:prstGeom>
          <a:ln w="635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915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 16:9 Horizontal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90">
            <a:extLst>
              <a:ext uri="{FF2B5EF4-FFF2-40B4-BE49-F238E27FC236}">
                <a16:creationId xmlns:a16="http://schemas.microsoft.com/office/drawing/2014/main" id="{D49A7042-CA3A-644C-AB15-8A1E4209F15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80729204"/>
              </p:ext>
            </p:extLst>
          </p:nvPr>
        </p:nvGraphicFramePr>
        <p:xfrm>
          <a:off x="244476" y="188913"/>
          <a:ext cx="11736787" cy="410165"/>
        </p:xfrm>
        <a:graphic>
          <a:graphicData uri="http://schemas.openxmlformats.org/drawingml/2006/table">
            <a:tbl>
              <a:tblPr/>
              <a:tblGrid>
                <a:gridCol w="880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6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9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337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79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2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Chapter</a:t>
                      </a:r>
                    </a:p>
                  </a:txBody>
                  <a:tcPr marL="10800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Confidential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69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Location</a:t>
                      </a:r>
                    </a:p>
                  </a:txBody>
                  <a:tcPr marL="108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A2A08668-8F61-AE4D-B8DB-55A525A00E1B}"/>
              </a:ext>
            </a:extLst>
          </p:cNvPr>
          <p:cNvSpPr txBox="1">
            <a:spLocks/>
          </p:cNvSpPr>
          <p:nvPr userDrawn="1"/>
        </p:nvSpPr>
        <p:spPr>
          <a:xfrm>
            <a:off x="11339399" y="6604956"/>
            <a:ext cx="719134" cy="2027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21B273-6C2C-427A-9419-2877277F196E}" type="slidenum">
              <a:rPr lang="ko-KR" altLang="en-US" sz="800" b="0" i="0" smtClean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Arial" panose="020B0604020202020204" pitchFamily="34" charset="0"/>
              </a:rPr>
              <a:pPr/>
              <a:t>‹#›</a:t>
            </a:fld>
            <a:endParaRPr lang="ko-KR" altLang="en-US" sz="800" b="0" i="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3" name="Straight Connector 6">
            <a:extLst>
              <a:ext uri="{FF2B5EF4-FFF2-40B4-BE49-F238E27FC236}">
                <a16:creationId xmlns:a16="http://schemas.microsoft.com/office/drawing/2014/main" id="{BE4AFBA4-6468-744E-92FA-2D0ACE3E9B66}"/>
              </a:ext>
            </a:extLst>
          </p:cNvPr>
          <p:cNvCxnSpPr/>
          <p:nvPr userDrawn="1"/>
        </p:nvCxnSpPr>
        <p:spPr>
          <a:xfrm>
            <a:off x="79097" y="6604956"/>
            <a:ext cx="12033806" cy="0"/>
          </a:xfrm>
          <a:prstGeom prst="line">
            <a:avLst/>
          </a:prstGeom>
          <a:ln w="635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1">
            <a:extLst>
              <a:ext uri="{FF2B5EF4-FFF2-40B4-BE49-F238E27FC236}">
                <a16:creationId xmlns:a16="http://schemas.microsoft.com/office/drawing/2014/main" id="{FA046719-F2A1-4A4D-8C4B-BA61D5B67D3C}"/>
              </a:ext>
            </a:extLst>
          </p:cNvPr>
          <p:cNvSpPr/>
          <p:nvPr userDrawn="1"/>
        </p:nvSpPr>
        <p:spPr>
          <a:xfrm>
            <a:off x="236217" y="744202"/>
            <a:ext cx="5823331" cy="3274006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en-US" altLang="ko-KR" sz="800" b="0" i="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9787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b 16:9 Horizontal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90">
            <a:extLst>
              <a:ext uri="{FF2B5EF4-FFF2-40B4-BE49-F238E27FC236}">
                <a16:creationId xmlns:a16="http://schemas.microsoft.com/office/drawing/2014/main" id="{D49A7042-CA3A-644C-AB15-8A1E4209F15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80729204"/>
              </p:ext>
            </p:extLst>
          </p:nvPr>
        </p:nvGraphicFramePr>
        <p:xfrm>
          <a:off x="244476" y="188913"/>
          <a:ext cx="11736787" cy="410165"/>
        </p:xfrm>
        <a:graphic>
          <a:graphicData uri="http://schemas.openxmlformats.org/drawingml/2006/table">
            <a:tbl>
              <a:tblPr/>
              <a:tblGrid>
                <a:gridCol w="880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6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9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337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79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2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Chapter</a:t>
                      </a:r>
                    </a:p>
                  </a:txBody>
                  <a:tcPr marL="10800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Confidential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69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Location</a:t>
                      </a:r>
                    </a:p>
                  </a:txBody>
                  <a:tcPr marL="108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A2A08668-8F61-AE4D-B8DB-55A525A00E1B}"/>
              </a:ext>
            </a:extLst>
          </p:cNvPr>
          <p:cNvSpPr txBox="1">
            <a:spLocks/>
          </p:cNvSpPr>
          <p:nvPr userDrawn="1"/>
        </p:nvSpPr>
        <p:spPr>
          <a:xfrm>
            <a:off x="11339399" y="6604956"/>
            <a:ext cx="719134" cy="2027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21B273-6C2C-427A-9419-2877277F196E}" type="slidenum">
              <a:rPr lang="ko-KR" altLang="en-US" sz="800" b="0" i="0" smtClean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Arial" panose="020B0604020202020204" pitchFamily="34" charset="0"/>
              </a:rPr>
              <a:pPr/>
              <a:t>‹#›</a:t>
            </a:fld>
            <a:endParaRPr lang="ko-KR" altLang="en-US" sz="800" b="0" i="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3" name="Straight Connector 6">
            <a:extLst>
              <a:ext uri="{FF2B5EF4-FFF2-40B4-BE49-F238E27FC236}">
                <a16:creationId xmlns:a16="http://schemas.microsoft.com/office/drawing/2014/main" id="{BE4AFBA4-6468-744E-92FA-2D0ACE3E9B66}"/>
              </a:ext>
            </a:extLst>
          </p:cNvPr>
          <p:cNvCxnSpPr/>
          <p:nvPr userDrawn="1"/>
        </p:nvCxnSpPr>
        <p:spPr>
          <a:xfrm>
            <a:off x="79097" y="6604956"/>
            <a:ext cx="12033806" cy="0"/>
          </a:xfrm>
          <a:prstGeom prst="line">
            <a:avLst/>
          </a:prstGeom>
          <a:ln w="635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직사각형 8">
            <a:extLst>
              <a:ext uri="{FF2B5EF4-FFF2-40B4-BE49-F238E27FC236}">
                <a16:creationId xmlns:a16="http://schemas.microsoft.com/office/drawing/2014/main" id="{BA6B74C2-7E40-8049-A0BC-1E60C6889D40}"/>
              </a:ext>
            </a:extLst>
          </p:cNvPr>
          <p:cNvSpPr/>
          <p:nvPr userDrawn="1"/>
        </p:nvSpPr>
        <p:spPr>
          <a:xfrm>
            <a:off x="6157932" y="744202"/>
            <a:ext cx="5823331" cy="3274006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en-US" altLang="ko-KR" sz="800" b="0" i="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1562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 16:9 Horizontal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90">
            <a:extLst>
              <a:ext uri="{FF2B5EF4-FFF2-40B4-BE49-F238E27FC236}">
                <a16:creationId xmlns:a16="http://schemas.microsoft.com/office/drawing/2014/main" id="{D49A7042-CA3A-644C-AB15-8A1E4209F15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81682974"/>
              </p:ext>
            </p:extLst>
          </p:nvPr>
        </p:nvGraphicFramePr>
        <p:xfrm>
          <a:off x="244476" y="188913"/>
          <a:ext cx="11736787" cy="410165"/>
        </p:xfrm>
        <a:graphic>
          <a:graphicData uri="http://schemas.openxmlformats.org/drawingml/2006/table">
            <a:tbl>
              <a:tblPr/>
              <a:tblGrid>
                <a:gridCol w="880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6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9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337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79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2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Chapter</a:t>
                      </a:r>
                    </a:p>
                  </a:txBody>
                  <a:tcPr marL="10800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Confidential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69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Location</a:t>
                      </a:r>
                    </a:p>
                  </a:txBody>
                  <a:tcPr marL="108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A2A08668-8F61-AE4D-B8DB-55A525A00E1B}"/>
              </a:ext>
            </a:extLst>
          </p:cNvPr>
          <p:cNvSpPr txBox="1">
            <a:spLocks/>
          </p:cNvSpPr>
          <p:nvPr userDrawn="1"/>
        </p:nvSpPr>
        <p:spPr>
          <a:xfrm>
            <a:off x="11339399" y="6604956"/>
            <a:ext cx="719134" cy="2027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21B273-6C2C-427A-9419-2877277F196E}" type="slidenum">
              <a:rPr lang="ko-KR" altLang="en-US" sz="800" b="0" i="0" smtClean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Arial" panose="020B0604020202020204" pitchFamily="34" charset="0"/>
              </a:rPr>
              <a:pPr/>
              <a:t>‹#›</a:t>
            </a:fld>
            <a:endParaRPr lang="ko-KR" altLang="en-US" sz="800" b="0" i="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3" name="Straight Connector 6">
            <a:extLst>
              <a:ext uri="{FF2B5EF4-FFF2-40B4-BE49-F238E27FC236}">
                <a16:creationId xmlns:a16="http://schemas.microsoft.com/office/drawing/2014/main" id="{BE4AFBA4-6468-744E-92FA-2D0ACE3E9B66}"/>
              </a:ext>
            </a:extLst>
          </p:cNvPr>
          <p:cNvCxnSpPr/>
          <p:nvPr userDrawn="1"/>
        </p:nvCxnSpPr>
        <p:spPr>
          <a:xfrm>
            <a:off x="79097" y="6604956"/>
            <a:ext cx="12033806" cy="0"/>
          </a:xfrm>
          <a:prstGeom prst="line">
            <a:avLst/>
          </a:prstGeom>
          <a:ln w="635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직사각형 6">
            <a:extLst>
              <a:ext uri="{FF2B5EF4-FFF2-40B4-BE49-F238E27FC236}">
                <a16:creationId xmlns:a16="http://schemas.microsoft.com/office/drawing/2014/main" id="{B2876F19-717A-0845-992F-6E7D2A7AED93}"/>
              </a:ext>
            </a:extLst>
          </p:cNvPr>
          <p:cNvSpPr/>
          <p:nvPr userDrawn="1"/>
        </p:nvSpPr>
        <p:spPr>
          <a:xfrm>
            <a:off x="236217" y="744202"/>
            <a:ext cx="5823331" cy="3274006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en-US" altLang="ko-KR" sz="800" b="0" i="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8" name="직사각형 8">
            <a:extLst>
              <a:ext uri="{FF2B5EF4-FFF2-40B4-BE49-F238E27FC236}">
                <a16:creationId xmlns:a16="http://schemas.microsoft.com/office/drawing/2014/main" id="{D050B11B-27A5-284D-B625-529D59E376A1}"/>
              </a:ext>
            </a:extLst>
          </p:cNvPr>
          <p:cNvSpPr/>
          <p:nvPr userDrawn="1"/>
        </p:nvSpPr>
        <p:spPr>
          <a:xfrm>
            <a:off x="6157932" y="744202"/>
            <a:ext cx="5823331" cy="3274006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en-US" altLang="ko-KR" sz="800" b="0" i="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046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9:16 Vertical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90">
            <a:extLst>
              <a:ext uri="{FF2B5EF4-FFF2-40B4-BE49-F238E27FC236}">
                <a16:creationId xmlns:a16="http://schemas.microsoft.com/office/drawing/2014/main" id="{D49A7042-CA3A-644C-AB15-8A1E4209F15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34787434"/>
              </p:ext>
            </p:extLst>
          </p:nvPr>
        </p:nvGraphicFramePr>
        <p:xfrm>
          <a:off x="244476" y="188913"/>
          <a:ext cx="11736787" cy="410165"/>
        </p:xfrm>
        <a:graphic>
          <a:graphicData uri="http://schemas.openxmlformats.org/drawingml/2006/table">
            <a:tbl>
              <a:tblPr/>
              <a:tblGrid>
                <a:gridCol w="880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6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9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337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79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2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Chapter</a:t>
                      </a:r>
                    </a:p>
                  </a:txBody>
                  <a:tcPr marL="10800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Confidential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69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Location</a:t>
                      </a:r>
                    </a:p>
                  </a:txBody>
                  <a:tcPr marL="108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A2A08668-8F61-AE4D-B8DB-55A525A00E1B}"/>
              </a:ext>
            </a:extLst>
          </p:cNvPr>
          <p:cNvSpPr txBox="1">
            <a:spLocks/>
          </p:cNvSpPr>
          <p:nvPr userDrawn="1"/>
        </p:nvSpPr>
        <p:spPr>
          <a:xfrm>
            <a:off x="11339399" y="6604956"/>
            <a:ext cx="719134" cy="2027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21B273-6C2C-427A-9419-2877277F196E}" type="slidenum">
              <a:rPr lang="ko-KR" altLang="en-US" sz="800" b="0" i="0" smtClean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Arial" panose="020B0604020202020204" pitchFamily="34" charset="0"/>
              </a:rPr>
              <a:pPr/>
              <a:t>‹#›</a:t>
            </a:fld>
            <a:endParaRPr lang="ko-KR" altLang="en-US" sz="800" b="0" i="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3" name="Straight Connector 6">
            <a:extLst>
              <a:ext uri="{FF2B5EF4-FFF2-40B4-BE49-F238E27FC236}">
                <a16:creationId xmlns:a16="http://schemas.microsoft.com/office/drawing/2014/main" id="{BE4AFBA4-6468-744E-92FA-2D0ACE3E9B66}"/>
              </a:ext>
            </a:extLst>
          </p:cNvPr>
          <p:cNvCxnSpPr/>
          <p:nvPr userDrawn="1"/>
        </p:nvCxnSpPr>
        <p:spPr>
          <a:xfrm>
            <a:off x="79097" y="6604956"/>
            <a:ext cx="12033806" cy="0"/>
          </a:xfrm>
          <a:prstGeom prst="line">
            <a:avLst/>
          </a:prstGeom>
          <a:ln w="635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직사각형 5">
            <a:extLst>
              <a:ext uri="{FF2B5EF4-FFF2-40B4-BE49-F238E27FC236}">
                <a16:creationId xmlns:a16="http://schemas.microsoft.com/office/drawing/2014/main" id="{C75DF49B-2B7A-8847-B719-E93E7C9DB859}"/>
              </a:ext>
            </a:extLst>
          </p:cNvPr>
          <p:cNvSpPr/>
          <p:nvPr userDrawn="1"/>
        </p:nvSpPr>
        <p:spPr>
          <a:xfrm>
            <a:off x="236218" y="744202"/>
            <a:ext cx="2733750" cy="486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en-US" altLang="ko-KR" sz="800" b="0" i="0" baseline="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2508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9:16 Vertical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90">
            <a:extLst>
              <a:ext uri="{FF2B5EF4-FFF2-40B4-BE49-F238E27FC236}">
                <a16:creationId xmlns:a16="http://schemas.microsoft.com/office/drawing/2014/main" id="{D49A7042-CA3A-644C-AB15-8A1E4209F15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290387"/>
              </p:ext>
            </p:extLst>
          </p:nvPr>
        </p:nvGraphicFramePr>
        <p:xfrm>
          <a:off x="244476" y="188913"/>
          <a:ext cx="11736787" cy="410165"/>
        </p:xfrm>
        <a:graphic>
          <a:graphicData uri="http://schemas.openxmlformats.org/drawingml/2006/table">
            <a:tbl>
              <a:tblPr/>
              <a:tblGrid>
                <a:gridCol w="880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6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9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337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79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2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Chapter</a:t>
                      </a:r>
                    </a:p>
                  </a:txBody>
                  <a:tcPr marL="10800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Confidential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69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Location</a:t>
                      </a:r>
                    </a:p>
                  </a:txBody>
                  <a:tcPr marL="108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A2A08668-8F61-AE4D-B8DB-55A525A00E1B}"/>
              </a:ext>
            </a:extLst>
          </p:cNvPr>
          <p:cNvSpPr txBox="1">
            <a:spLocks/>
          </p:cNvSpPr>
          <p:nvPr userDrawn="1"/>
        </p:nvSpPr>
        <p:spPr>
          <a:xfrm>
            <a:off x="11339399" y="6604956"/>
            <a:ext cx="719134" cy="2027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21B273-6C2C-427A-9419-2877277F196E}" type="slidenum">
              <a:rPr lang="ko-KR" altLang="en-US" sz="800" b="0" i="0" smtClean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Arial" panose="020B0604020202020204" pitchFamily="34" charset="0"/>
              </a:rPr>
              <a:pPr/>
              <a:t>‹#›</a:t>
            </a:fld>
            <a:endParaRPr lang="ko-KR" altLang="en-US" sz="800" b="0" i="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3" name="Straight Connector 6">
            <a:extLst>
              <a:ext uri="{FF2B5EF4-FFF2-40B4-BE49-F238E27FC236}">
                <a16:creationId xmlns:a16="http://schemas.microsoft.com/office/drawing/2014/main" id="{BE4AFBA4-6468-744E-92FA-2D0ACE3E9B66}"/>
              </a:ext>
            </a:extLst>
          </p:cNvPr>
          <p:cNvCxnSpPr/>
          <p:nvPr userDrawn="1"/>
        </p:nvCxnSpPr>
        <p:spPr>
          <a:xfrm>
            <a:off x="79097" y="6604956"/>
            <a:ext cx="12033806" cy="0"/>
          </a:xfrm>
          <a:prstGeom prst="line">
            <a:avLst/>
          </a:prstGeom>
          <a:ln w="635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직사각형 5">
            <a:extLst>
              <a:ext uri="{FF2B5EF4-FFF2-40B4-BE49-F238E27FC236}">
                <a16:creationId xmlns:a16="http://schemas.microsoft.com/office/drawing/2014/main" id="{BC1C0A6B-01A2-5543-B019-61994DB4A1DF}"/>
              </a:ext>
            </a:extLst>
          </p:cNvPr>
          <p:cNvSpPr/>
          <p:nvPr userDrawn="1"/>
        </p:nvSpPr>
        <p:spPr>
          <a:xfrm>
            <a:off x="236218" y="744202"/>
            <a:ext cx="2733750" cy="486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en-US" altLang="ko-KR" sz="800" b="0" i="0" baseline="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6" name="직사각형 1">
            <a:extLst>
              <a:ext uri="{FF2B5EF4-FFF2-40B4-BE49-F238E27FC236}">
                <a16:creationId xmlns:a16="http://schemas.microsoft.com/office/drawing/2014/main" id="{AA63EC93-2CB5-3442-9B65-4B21CD848C6E}"/>
              </a:ext>
            </a:extLst>
          </p:cNvPr>
          <p:cNvSpPr/>
          <p:nvPr userDrawn="1"/>
        </p:nvSpPr>
        <p:spPr>
          <a:xfrm>
            <a:off x="3231489" y="744202"/>
            <a:ext cx="2733750" cy="486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en-US" altLang="ko-KR" sz="800" b="0" i="0" baseline="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6114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9:16 Vertical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90">
            <a:extLst>
              <a:ext uri="{FF2B5EF4-FFF2-40B4-BE49-F238E27FC236}">
                <a16:creationId xmlns:a16="http://schemas.microsoft.com/office/drawing/2014/main" id="{D49A7042-CA3A-644C-AB15-8A1E4209F15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644656003"/>
              </p:ext>
            </p:extLst>
          </p:nvPr>
        </p:nvGraphicFramePr>
        <p:xfrm>
          <a:off x="244476" y="188913"/>
          <a:ext cx="11736787" cy="410165"/>
        </p:xfrm>
        <a:graphic>
          <a:graphicData uri="http://schemas.openxmlformats.org/drawingml/2006/table">
            <a:tbl>
              <a:tblPr/>
              <a:tblGrid>
                <a:gridCol w="880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6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9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337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79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2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Chapter</a:t>
                      </a:r>
                    </a:p>
                  </a:txBody>
                  <a:tcPr marL="10800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Confidential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69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Location</a:t>
                      </a:r>
                    </a:p>
                  </a:txBody>
                  <a:tcPr marL="108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A2A08668-8F61-AE4D-B8DB-55A525A00E1B}"/>
              </a:ext>
            </a:extLst>
          </p:cNvPr>
          <p:cNvSpPr txBox="1">
            <a:spLocks/>
          </p:cNvSpPr>
          <p:nvPr userDrawn="1"/>
        </p:nvSpPr>
        <p:spPr>
          <a:xfrm>
            <a:off x="11339399" y="6604956"/>
            <a:ext cx="719134" cy="2027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21B273-6C2C-427A-9419-2877277F196E}" type="slidenum">
              <a:rPr lang="ko-KR" altLang="en-US" sz="800" b="0" i="0" smtClean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Arial" panose="020B0604020202020204" pitchFamily="34" charset="0"/>
              </a:rPr>
              <a:pPr/>
              <a:t>‹#›</a:t>
            </a:fld>
            <a:endParaRPr lang="ko-KR" altLang="en-US" sz="800" b="0" i="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3" name="Straight Connector 6">
            <a:extLst>
              <a:ext uri="{FF2B5EF4-FFF2-40B4-BE49-F238E27FC236}">
                <a16:creationId xmlns:a16="http://schemas.microsoft.com/office/drawing/2014/main" id="{BE4AFBA4-6468-744E-92FA-2D0ACE3E9B66}"/>
              </a:ext>
            </a:extLst>
          </p:cNvPr>
          <p:cNvCxnSpPr/>
          <p:nvPr userDrawn="1"/>
        </p:nvCxnSpPr>
        <p:spPr>
          <a:xfrm>
            <a:off x="79097" y="6604956"/>
            <a:ext cx="12033806" cy="0"/>
          </a:xfrm>
          <a:prstGeom prst="line">
            <a:avLst/>
          </a:prstGeom>
          <a:ln w="635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직사각형 5">
            <a:extLst>
              <a:ext uri="{FF2B5EF4-FFF2-40B4-BE49-F238E27FC236}">
                <a16:creationId xmlns:a16="http://schemas.microsoft.com/office/drawing/2014/main" id="{9E932D70-5888-F746-9105-B3B43B240A06}"/>
              </a:ext>
            </a:extLst>
          </p:cNvPr>
          <p:cNvSpPr/>
          <p:nvPr userDrawn="1"/>
        </p:nvSpPr>
        <p:spPr>
          <a:xfrm>
            <a:off x="236218" y="744202"/>
            <a:ext cx="2733750" cy="486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en-US" altLang="ko-KR" sz="800" b="0" i="0" baseline="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6" name="직사각형 1">
            <a:extLst>
              <a:ext uri="{FF2B5EF4-FFF2-40B4-BE49-F238E27FC236}">
                <a16:creationId xmlns:a16="http://schemas.microsoft.com/office/drawing/2014/main" id="{6A70659C-481D-AA42-8C58-AE62A65994F0}"/>
              </a:ext>
            </a:extLst>
          </p:cNvPr>
          <p:cNvSpPr/>
          <p:nvPr userDrawn="1"/>
        </p:nvSpPr>
        <p:spPr>
          <a:xfrm>
            <a:off x="3231489" y="744202"/>
            <a:ext cx="2733750" cy="486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en-US" altLang="ko-KR" sz="800" b="0" i="0" baseline="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8" name="직사각형 4">
            <a:extLst>
              <a:ext uri="{FF2B5EF4-FFF2-40B4-BE49-F238E27FC236}">
                <a16:creationId xmlns:a16="http://schemas.microsoft.com/office/drawing/2014/main" id="{ECB987D8-B31C-0C46-A933-C4BA2070F714}"/>
              </a:ext>
            </a:extLst>
          </p:cNvPr>
          <p:cNvSpPr/>
          <p:nvPr userDrawn="1"/>
        </p:nvSpPr>
        <p:spPr>
          <a:xfrm>
            <a:off x="6252242" y="744202"/>
            <a:ext cx="2733750" cy="486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en-US" altLang="ko-KR" sz="800" b="0" i="0" baseline="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4490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9:16 Vertical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90">
            <a:extLst>
              <a:ext uri="{FF2B5EF4-FFF2-40B4-BE49-F238E27FC236}">
                <a16:creationId xmlns:a16="http://schemas.microsoft.com/office/drawing/2014/main" id="{D49A7042-CA3A-644C-AB15-8A1E4209F15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476493"/>
              </p:ext>
            </p:extLst>
          </p:nvPr>
        </p:nvGraphicFramePr>
        <p:xfrm>
          <a:off x="244476" y="188913"/>
          <a:ext cx="11736787" cy="410165"/>
        </p:xfrm>
        <a:graphic>
          <a:graphicData uri="http://schemas.openxmlformats.org/drawingml/2006/table">
            <a:tbl>
              <a:tblPr/>
              <a:tblGrid>
                <a:gridCol w="880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6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9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337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79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2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Chapter</a:t>
                      </a:r>
                    </a:p>
                  </a:txBody>
                  <a:tcPr marL="10800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Confidential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69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Location</a:t>
                      </a:r>
                    </a:p>
                  </a:txBody>
                  <a:tcPr marL="108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A2A08668-8F61-AE4D-B8DB-55A525A00E1B}"/>
              </a:ext>
            </a:extLst>
          </p:cNvPr>
          <p:cNvSpPr txBox="1">
            <a:spLocks/>
          </p:cNvSpPr>
          <p:nvPr userDrawn="1"/>
        </p:nvSpPr>
        <p:spPr>
          <a:xfrm>
            <a:off x="11339399" y="6604956"/>
            <a:ext cx="719134" cy="2027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21B273-6C2C-427A-9419-2877277F196E}" type="slidenum">
              <a:rPr lang="ko-KR" altLang="en-US" sz="800" b="0" i="0" smtClean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Arial" panose="020B0604020202020204" pitchFamily="34" charset="0"/>
              </a:rPr>
              <a:pPr/>
              <a:t>‹#›</a:t>
            </a:fld>
            <a:endParaRPr lang="ko-KR" altLang="en-US" sz="800" b="0" i="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3" name="Straight Connector 6">
            <a:extLst>
              <a:ext uri="{FF2B5EF4-FFF2-40B4-BE49-F238E27FC236}">
                <a16:creationId xmlns:a16="http://schemas.microsoft.com/office/drawing/2014/main" id="{BE4AFBA4-6468-744E-92FA-2D0ACE3E9B66}"/>
              </a:ext>
            </a:extLst>
          </p:cNvPr>
          <p:cNvCxnSpPr/>
          <p:nvPr userDrawn="1"/>
        </p:nvCxnSpPr>
        <p:spPr>
          <a:xfrm>
            <a:off x="79097" y="6604956"/>
            <a:ext cx="12033806" cy="0"/>
          </a:xfrm>
          <a:prstGeom prst="line">
            <a:avLst/>
          </a:prstGeom>
          <a:ln w="635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직사각형 5">
            <a:extLst>
              <a:ext uri="{FF2B5EF4-FFF2-40B4-BE49-F238E27FC236}">
                <a16:creationId xmlns:a16="http://schemas.microsoft.com/office/drawing/2014/main" id="{2C04F612-4E80-A244-BC3A-809661408B1F}"/>
              </a:ext>
            </a:extLst>
          </p:cNvPr>
          <p:cNvSpPr/>
          <p:nvPr userDrawn="1"/>
        </p:nvSpPr>
        <p:spPr>
          <a:xfrm>
            <a:off x="236218" y="744202"/>
            <a:ext cx="2733750" cy="486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en-US" altLang="ko-KR" sz="800" b="0" i="0" baseline="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6" name="직사각형 1">
            <a:extLst>
              <a:ext uri="{FF2B5EF4-FFF2-40B4-BE49-F238E27FC236}">
                <a16:creationId xmlns:a16="http://schemas.microsoft.com/office/drawing/2014/main" id="{DE8C5704-0171-BC43-A3F1-19F04919F2B2}"/>
              </a:ext>
            </a:extLst>
          </p:cNvPr>
          <p:cNvSpPr/>
          <p:nvPr userDrawn="1"/>
        </p:nvSpPr>
        <p:spPr>
          <a:xfrm>
            <a:off x="3231489" y="744202"/>
            <a:ext cx="2733750" cy="486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en-US" altLang="ko-KR" sz="800" b="0" i="0" baseline="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8" name="직사각형 4">
            <a:extLst>
              <a:ext uri="{FF2B5EF4-FFF2-40B4-BE49-F238E27FC236}">
                <a16:creationId xmlns:a16="http://schemas.microsoft.com/office/drawing/2014/main" id="{0A7D5679-6EE9-D646-8B73-E7D68A5A49CD}"/>
              </a:ext>
            </a:extLst>
          </p:cNvPr>
          <p:cNvSpPr/>
          <p:nvPr userDrawn="1"/>
        </p:nvSpPr>
        <p:spPr>
          <a:xfrm>
            <a:off x="6252242" y="744202"/>
            <a:ext cx="2733750" cy="486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en-US" altLang="ko-KR" sz="800" b="0" i="0" baseline="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" name="직사각형 7">
            <a:extLst>
              <a:ext uri="{FF2B5EF4-FFF2-40B4-BE49-F238E27FC236}">
                <a16:creationId xmlns:a16="http://schemas.microsoft.com/office/drawing/2014/main" id="{ECC04976-D8B0-AD46-B6B6-C4097BA365D3}"/>
              </a:ext>
            </a:extLst>
          </p:cNvPr>
          <p:cNvSpPr/>
          <p:nvPr userDrawn="1"/>
        </p:nvSpPr>
        <p:spPr>
          <a:xfrm>
            <a:off x="9247513" y="744202"/>
            <a:ext cx="2733750" cy="486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en-US" altLang="ko-KR" sz="800" b="0" i="0" baseline="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3808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[SD] Web 16:9 Horizontal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90">
            <a:extLst>
              <a:ext uri="{FF2B5EF4-FFF2-40B4-BE49-F238E27FC236}">
                <a16:creationId xmlns:a16="http://schemas.microsoft.com/office/drawing/2014/main" id="{D49A7042-CA3A-644C-AB15-8A1E4209F15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53523014"/>
              </p:ext>
            </p:extLst>
          </p:nvPr>
        </p:nvGraphicFramePr>
        <p:xfrm>
          <a:off x="244476" y="188913"/>
          <a:ext cx="11736787" cy="410165"/>
        </p:xfrm>
        <a:graphic>
          <a:graphicData uri="http://schemas.openxmlformats.org/drawingml/2006/table">
            <a:tbl>
              <a:tblPr/>
              <a:tblGrid>
                <a:gridCol w="880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6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9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337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79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2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Chapter</a:t>
                      </a:r>
                    </a:p>
                  </a:txBody>
                  <a:tcPr marL="10800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Confidential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470" marR="9470" marT="9470" marB="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69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Location</a:t>
                      </a:r>
                    </a:p>
                  </a:txBody>
                  <a:tcPr marL="108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A2A08668-8F61-AE4D-B8DB-55A525A00E1B}"/>
              </a:ext>
            </a:extLst>
          </p:cNvPr>
          <p:cNvSpPr txBox="1">
            <a:spLocks/>
          </p:cNvSpPr>
          <p:nvPr userDrawn="1"/>
        </p:nvSpPr>
        <p:spPr>
          <a:xfrm>
            <a:off x="11339399" y="6604956"/>
            <a:ext cx="719134" cy="2027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21B273-6C2C-427A-9419-2877277F196E}" type="slidenum">
              <a:rPr lang="ko-KR" altLang="en-US" sz="800" b="0" i="0" smtClean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Arial" panose="020B0604020202020204" pitchFamily="34" charset="0"/>
              </a:rPr>
              <a:pPr/>
              <a:t>‹#›</a:t>
            </a:fld>
            <a:endParaRPr lang="ko-KR" altLang="en-US" sz="800" b="0" i="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3" name="Straight Connector 6">
            <a:extLst>
              <a:ext uri="{FF2B5EF4-FFF2-40B4-BE49-F238E27FC236}">
                <a16:creationId xmlns:a16="http://schemas.microsoft.com/office/drawing/2014/main" id="{BE4AFBA4-6468-744E-92FA-2D0ACE3E9B66}"/>
              </a:ext>
            </a:extLst>
          </p:cNvPr>
          <p:cNvCxnSpPr/>
          <p:nvPr userDrawn="1"/>
        </p:nvCxnSpPr>
        <p:spPr>
          <a:xfrm>
            <a:off x="79097" y="6604956"/>
            <a:ext cx="12033806" cy="0"/>
          </a:xfrm>
          <a:prstGeom prst="line">
            <a:avLst/>
          </a:prstGeom>
          <a:ln w="635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1">
            <a:extLst>
              <a:ext uri="{FF2B5EF4-FFF2-40B4-BE49-F238E27FC236}">
                <a16:creationId xmlns:a16="http://schemas.microsoft.com/office/drawing/2014/main" id="{FA046719-F2A1-4A4D-8C4B-BA61D5B67D3C}"/>
              </a:ext>
            </a:extLst>
          </p:cNvPr>
          <p:cNvSpPr/>
          <p:nvPr userDrawn="1"/>
        </p:nvSpPr>
        <p:spPr>
          <a:xfrm>
            <a:off x="236217" y="744202"/>
            <a:ext cx="5823331" cy="3274006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en-US" altLang="ko-KR" sz="800" b="0" i="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6103086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slideLayout" Target="../slideLayouts/slideLayout13.xml"  /><Relationship Id="rId14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19A710-B3A8-40AB-86B6-2B502C96D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863890-0479-4CB3-B58B-027A4E580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51604F-3C29-4AB1-8891-810678BEA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00BDC-C45A-4F16-94AC-9AE4CCAA0B0E}" type="datetimeFigureOut">
              <a:rPr lang="ko-KR" altLang="en-US" smtClean="0"/>
              <a:t>2023-04-13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640BEF-AE02-4809-99FB-2B1C4C636B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1086FE-8295-425C-8FE2-B6BAEA7DBC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A9073-6FB7-4873-A6C2-90FD2DDB6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662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3" r:id="rId4"/>
    <p:sldLayoutId id="2147483664" r:id="rId5"/>
    <p:sldLayoutId id="2147483673" r:id="rId6"/>
    <p:sldLayoutId id="2147483678" r:id="rId7"/>
    <p:sldLayoutId id="2147483674" r:id="rId8"/>
    <p:sldLayoutId id="2147483665" r:id="rId9"/>
    <p:sldLayoutId id="2147483666" r:id="rId10"/>
    <p:sldLayoutId id="2147483667" r:id="rId11"/>
    <p:sldLayoutId id="2147483668" r:id="rId12"/>
    <p:sldLayoutId id="2147483675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extLst>
              <a:ext uri="{FF2B5EF4-FFF2-40B4-BE49-F238E27FC236}">
                <a16:creationId xmlns:a16="http://schemas.microsoft.com/office/drawing/2014/main" id="{7B8EF245-A3AA-824E-B3D2-44E8A2A3C42F}"/>
              </a:ext>
            </a:extLst>
          </p:cNvPr>
          <p:cNvSpPr txBox="1"/>
          <p:nvPr/>
        </p:nvSpPr>
        <p:spPr>
          <a:xfrm>
            <a:off x="1147182" y="184108"/>
            <a:ext cx="263214" cy="21544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altLang="ko-KR" sz="800" err="1">
                <a:latin typeface="+mn-ea"/>
              </a:rPr>
              <a:t>ia</a:t>
            </a:r>
            <a:endParaRPr lang="en-US" altLang="ko-KR" sz="800">
              <a:latin typeface="+mn-ea"/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02AFBD20-B392-7F4E-AF4C-9AD8F83ABC63}"/>
              </a:ext>
            </a:extLst>
          </p:cNvPr>
          <p:cNvSpPr txBox="1"/>
          <p:nvPr/>
        </p:nvSpPr>
        <p:spPr>
          <a:xfrm>
            <a:off x="1147181" y="392683"/>
            <a:ext cx="9281992" cy="21544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altLang="ko-KR" sz="800">
                <a:latin typeface="+mn-ea"/>
              </a:rPr>
              <a:t>management menu</a:t>
            </a:r>
          </a:p>
        </p:txBody>
      </p:sp>
      <p:sp>
        <p:nvSpPr>
          <p:cNvPr id="33" name="Google Shape;231;p9">
            <a:extLst>
              <a:ext uri="{FF2B5EF4-FFF2-40B4-BE49-F238E27FC236}">
                <a16:creationId xmlns:a16="http://schemas.microsoft.com/office/drawing/2014/main" id="{B74CE195-B08F-BF4E-ABFA-6BC8556C4B12}"/>
              </a:ext>
            </a:extLst>
          </p:cNvPr>
          <p:cNvSpPr/>
          <p:nvPr/>
        </p:nvSpPr>
        <p:spPr>
          <a:xfrm>
            <a:off x="253729" y="809008"/>
            <a:ext cx="1162178" cy="138499"/>
          </a:xfrm>
          <a:prstGeom prst="rect">
            <a:avLst/>
          </a:prstGeom>
          <a:noFill/>
          <a:ln w="3175">
            <a:noFill/>
          </a:ln>
        </p:spPr>
        <p:txBody>
          <a:bodyPr spcFirstLastPara="1" wrap="none" lIns="0" tIns="0" rIns="0" bIns="0" anchor="ctr" anchorCtr="0">
            <a:spAutoFit/>
          </a:bodyPr>
          <a:lstStyle/>
          <a:p>
            <a:pPr lvl="0"/>
            <a:r>
              <a:rPr lang="en-US" altLang="ko-KR" sz="900" b="1">
                <a:solidFill>
                  <a:schemeClr val="dk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[M</a:t>
            </a:r>
            <a:r>
              <a:rPr lang="en-US" altLang="ko-KR" sz="900" b="1">
                <a:solidFill>
                  <a:schemeClr val="dk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anagement </a:t>
            </a:r>
            <a:r>
              <a:rPr lang="en-US" altLang="ko-KR" sz="900" b="1">
                <a:solidFill>
                  <a:schemeClr val="dk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Malgun Gothic"/>
                <a:sym typeface="Malgun Gothic"/>
              </a:rPr>
              <a:t>menu]</a:t>
            </a:r>
            <a:endParaRPr sz="900" b="1">
              <a:solidFill>
                <a:schemeClr val="dk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Malgun Gothic"/>
              <a:sym typeface="Malgun Gothic"/>
            </a:endParaRPr>
          </a:p>
        </p:txBody>
      </p:sp>
      <p:sp>
        <p:nvSpPr>
          <p:cNvPr id="55" name="Google Shape;251;p9">
            <a:extLst>
              <a:ext uri="{FF2B5EF4-FFF2-40B4-BE49-F238E27FC236}">
                <a16:creationId xmlns:a16="http://schemas.microsoft.com/office/drawing/2014/main" id="{79C89D6A-F398-3E4A-AB1C-94B88D842BB2}"/>
              </a:ext>
            </a:extLst>
          </p:cNvPr>
          <p:cNvSpPr/>
          <p:nvPr/>
        </p:nvSpPr>
        <p:spPr>
          <a:xfrm>
            <a:off x="7150264" y="3525601"/>
            <a:ext cx="907200" cy="302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en-US" altLang="ko-Kore-KR" sz="6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LEGAL MANAGEMENT</a:t>
            </a:r>
          </a:p>
        </p:txBody>
      </p:sp>
      <p:sp>
        <p:nvSpPr>
          <p:cNvPr id="25" name="Google Shape;251;p9">
            <a:extLst>
              <a:ext uri="{FF2B5EF4-FFF2-40B4-BE49-F238E27FC236}">
                <a16:creationId xmlns:a16="http://schemas.microsoft.com/office/drawing/2014/main" id="{9C1E8FE4-3325-744A-9B2A-22ED0E55D2BE}"/>
              </a:ext>
            </a:extLst>
          </p:cNvPr>
          <p:cNvSpPr/>
          <p:nvPr/>
        </p:nvSpPr>
        <p:spPr>
          <a:xfrm>
            <a:off x="2938224" y="3525601"/>
            <a:ext cx="907200" cy="302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en-US" altLang="ko-Kore-KR" sz="6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CONTENT</a:t>
            </a:r>
          </a:p>
          <a:p>
            <a:pPr algn="ctr"/>
            <a:r>
              <a:rPr lang="en-US" altLang="ko-Kore-KR" sz="6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MANAGEMENT</a:t>
            </a:r>
          </a:p>
        </p:txBody>
      </p:sp>
      <p:cxnSp>
        <p:nvCxnSpPr>
          <p:cNvPr id="29" name="꺾인 연결선[E] 130">
            <a:extLst>
              <a:ext uri="{FF2B5EF4-FFF2-40B4-BE49-F238E27FC236}">
                <a16:creationId xmlns:a16="http://schemas.microsoft.com/office/drawing/2014/main" id="{54F68020-7258-4442-B832-A254F9D8E2C7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88408" y="3736719"/>
            <a:ext cx="100166" cy="282730"/>
          </a:xfrm>
          <a:prstGeom prst="bentConnector3">
            <a:avLst>
              <a:gd name="adj1" fmla="val 50000"/>
            </a:avLst>
          </a:prstGeom>
          <a:ln>
            <a:solidFill>
              <a:srgbClr val="000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Google Shape;251;p9">
            <a:extLst>
              <a:ext uri="{FF2B5EF4-FFF2-40B4-BE49-F238E27FC236}">
                <a16:creationId xmlns:a16="http://schemas.microsoft.com/office/drawing/2014/main" id="{1119BCB7-F7A2-4253-845F-980808FEB785}"/>
              </a:ext>
            </a:extLst>
          </p:cNvPr>
          <p:cNvSpPr/>
          <p:nvPr/>
        </p:nvSpPr>
        <p:spPr>
          <a:xfrm>
            <a:off x="4287045" y="3525602"/>
            <a:ext cx="907200" cy="302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en-US" altLang="ko-KR" sz="6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USER</a:t>
            </a:r>
          </a:p>
          <a:p>
            <a:pPr algn="ctr"/>
            <a:r>
              <a:rPr lang="en-US" altLang="ko-KR" sz="6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MANAGEMENT</a:t>
            </a:r>
          </a:p>
        </p:txBody>
      </p:sp>
      <p:sp>
        <p:nvSpPr>
          <p:cNvPr id="64" name="Google Shape;251;p9">
            <a:extLst>
              <a:ext uri="{FF2B5EF4-FFF2-40B4-BE49-F238E27FC236}">
                <a16:creationId xmlns:a16="http://schemas.microsoft.com/office/drawing/2014/main" id="{65EFBDBE-72B2-41B4-B64F-3FEC915356E2}"/>
              </a:ext>
            </a:extLst>
          </p:cNvPr>
          <p:cNvSpPr/>
          <p:nvPr/>
        </p:nvSpPr>
        <p:spPr>
          <a:xfrm>
            <a:off x="4575077" y="3928168"/>
            <a:ext cx="907200" cy="3024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ko-KR" altLang="en-US" sz="600">
                <a:solidFill>
                  <a:schemeClr val="dk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계정 관리</a:t>
            </a:r>
          </a:p>
        </p:txBody>
      </p:sp>
      <p:cxnSp>
        <p:nvCxnSpPr>
          <p:cNvPr id="65" name="꺾인 연결선[E] 130">
            <a:extLst>
              <a:ext uri="{FF2B5EF4-FFF2-40B4-BE49-F238E27FC236}">
                <a16:creationId xmlns:a16="http://schemas.microsoft.com/office/drawing/2014/main" id="{68D0659B-E5C4-4514-9664-715A3EBE7F9E}"/>
              </a:ext>
            </a:extLst>
          </p:cNvPr>
          <p:cNvCxnSpPr>
            <a:cxnSpLocks/>
            <a:endCxn id="64" idx="0"/>
          </p:cNvCxnSpPr>
          <p:nvPr/>
        </p:nvCxnSpPr>
        <p:spPr>
          <a:xfrm rot="16200000" flipH="1">
            <a:off x="4837229" y="3736720"/>
            <a:ext cx="100166" cy="282730"/>
          </a:xfrm>
          <a:prstGeom prst="bentConnector3">
            <a:avLst>
              <a:gd name="adj1" fmla="val 50000"/>
            </a:avLst>
          </a:prstGeom>
          <a:ln>
            <a:solidFill>
              <a:srgbClr val="000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Google Shape;251;p9">
            <a:extLst>
              <a:ext uri="{FF2B5EF4-FFF2-40B4-BE49-F238E27FC236}">
                <a16:creationId xmlns:a16="http://schemas.microsoft.com/office/drawing/2014/main" id="{C172D970-6BEC-4C0D-AE9E-B6AD1C021B25}"/>
              </a:ext>
            </a:extLst>
          </p:cNvPr>
          <p:cNvSpPr/>
          <p:nvPr/>
        </p:nvSpPr>
        <p:spPr>
          <a:xfrm>
            <a:off x="4575077" y="4314315"/>
            <a:ext cx="907200" cy="3024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ko-KR" altLang="en-US" sz="600" err="1">
                <a:solidFill>
                  <a:schemeClr val="dk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계정승인</a:t>
            </a:r>
            <a:endParaRPr lang="ko-KR" altLang="en-US" sz="600">
              <a:solidFill>
                <a:schemeClr val="dk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Malgun Gothic"/>
            </a:endParaRPr>
          </a:p>
        </p:txBody>
      </p:sp>
      <p:sp>
        <p:nvSpPr>
          <p:cNvPr id="105" name="Google Shape;251;p9">
            <a:extLst>
              <a:ext uri="{FF2B5EF4-FFF2-40B4-BE49-F238E27FC236}">
                <a16:creationId xmlns:a16="http://schemas.microsoft.com/office/drawing/2014/main" id="{04CC5A48-E682-4846-8406-DE22CA12A8FE}"/>
              </a:ext>
            </a:extLst>
          </p:cNvPr>
          <p:cNvSpPr/>
          <p:nvPr/>
        </p:nvSpPr>
        <p:spPr>
          <a:xfrm>
            <a:off x="7414709" y="3928168"/>
            <a:ext cx="907200" cy="3024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ko-KR" altLang="en-US" sz="600">
                <a:solidFill>
                  <a:schemeClr val="dk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개인정보 보호 정책</a:t>
            </a:r>
          </a:p>
        </p:txBody>
      </p:sp>
      <p:cxnSp>
        <p:nvCxnSpPr>
          <p:cNvPr id="106" name="꺾인 연결선[E] 130">
            <a:extLst>
              <a:ext uri="{FF2B5EF4-FFF2-40B4-BE49-F238E27FC236}">
                <a16:creationId xmlns:a16="http://schemas.microsoft.com/office/drawing/2014/main" id="{F63C88F1-3973-4417-9D62-AE11682D71D2}"/>
              </a:ext>
            </a:extLst>
          </p:cNvPr>
          <p:cNvCxnSpPr>
            <a:cxnSpLocks/>
            <a:endCxn id="105" idx="0"/>
          </p:cNvCxnSpPr>
          <p:nvPr/>
        </p:nvCxnSpPr>
        <p:spPr>
          <a:xfrm rot="16200000" flipH="1">
            <a:off x="7676861" y="3736720"/>
            <a:ext cx="100166" cy="282730"/>
          </a:xfrm>
          <a:prstGeom prst="bentConnector3">
            <a:avLst>
              <a:gd name="adj1" fmla="val 50000"/>
            </a:avLst>
          </a:prstGeom>
          <a:ln>
            <a:solidFill>
              <a:srgbClr val="000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Google Shape;259;p9">
            <a:extLst>
              <a:ext uri="{FF2B5EF4-FFF2-40B4-BE49-F238E27FC236}">
                <a16:creationId xmlns:a16="http://schemas.microsoft.com/office/drawing/2014/main" id="{7B34B3FC-B6FC-402F-AAB6-4A8406F55F05}"/>
              </a:ext>
            </a:extLst>
          </p:cNvPr>
          <p:cNvSpPr/>
          <p:nvPr/>
        </p:nvSpPr>
        <p:spPr>
          <a:xfrm>
            <a:off x="7685973" y="4320384"/>
            <a:ext cx="907200" cy="302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en-US" altLang="ko-KR" sz="600">
                <a:solidFill>
                  <a:schemeClr val="dk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DETAIL</a:t>
            </a:r>
            <a:endParaRPr lang="en-US" altLang="ko-Kore-KR" sz="600">
              <a:solidFill>
                <a:schemeClr val="dk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Malgun Gothic"/>
            </a:endParaRPr>
          </a:p>
        </p:txBody>
      </p:sp>
      <p:cxnSp>
        <p:nvCxnSpPr>
          <p:cNvPr id="108" name="꺾인 연결선[E] 143">
            <a:extLst>
              <a:ext uri="{FF2B5EF4-FFF2-40B4-BE49-F238E27FC236}">
                <a16:creationId xmlns:a16="http://schemas.microsoft.com/office/drawing/2014/main" id="{99327BBB-036B-4E6E-9E35-532C0F21B8CA}"/>
              </a:ext>
            </a:extLst>
          </p:cNvPr>
          <p:cNvCxnSpPr>
            <a:cxnSpLocks/>
            <a:stCxn id="105" idx="2"/>
            <a:endCxn id="107" idx="0"/>
          </p:cNvCxnSpPr>
          <p:nvPr/>
        </p:nvCxnSpPr>
        <p:spPr>
          <a:xfrm rot="16200000" flipH="1">
            <a:off x="7959033" y="4139844"/>
            <a:ext cx="89816" cy="271264"/>
          </a:xfrm>
          <a:prstGeom prst="bentConnector3">
            <a:avLst>
              <a:gd name="adj1" fmla="val 50000"/>
            </a:avLst>
          </a:prstGeom>
          <a:ln>
            <a:solidFill>
              <a:srgbClr val="000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Google Shape;251;p9">
            <a:extLst>
              <a:ext uri="{FF2B5EF4-FFF2-40B4-BE49-F238E27FC236}">
                <a16:creationId xmlns:a16="http://schemas.microsoft.com/office/drawing/2014/main" id="{66CACE09-EFCD-4E3A-A2A6-DD8778A0B9DE}"/>
              </a:ext>
            </a:extLst>
          </p:cNvPr>
          <p:cNvSpPr/>
          <p:nvPr/>
        </p:nvSpPr>
        <p:spPr>
          <a:xfrm>
            <a:off x="327875" y="1356963"/>
            <a:ext cx="907200" cy="302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altLang="ko-KR" sz="6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ASSET LIBRARY</a:t>
            </a:r>
          </a:p>
        </p:txBody>
      </p:sp>
      <p:sp>
        <p:nvSpPr>
          <p:cNvPr id="127" name="Google Shape;251;p9">
            <a:extLst>
              <a:ext uri="{FF2B5EF4-FFF2-40B4-BE49-F238E27FC236}">
                <a16:creationId xmlns:a16="http://schemas.microsoft.com/office/drawing/2014/main" id="{0393F33E-FBAD-4B7E-897E-3F2941D95214}"/>
              </a:ext>
            </a:extLst>
          </p:cNvPr>
          <p:cNvSpPr/>
          <p:nvPr/>
        </p:nvSpPr>
        <p:spPr>
          <a:xfrm>
            <a:off x="1643981" y="1375686"/>
            <a:ext cx="907200" cy="302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altLang="ko-Kore-KR" sz="6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SUPPORT</a:t>
            </a:r>
          </a:p>
        </p:txBody>
      </p:sp>
      <p:sp>
        <p:nvSpPr>
          <p:cNvPr id="135" name="Google Shape;259;p9">
            <a:extLst>
              <a:ext uri="{FF2B5EF4-FFF2-40B4-BE49-F238E27FC236}">
                <a16:creationId xmlns:a16="http://schemas.microsoft.com/office/drawing/2014/main" id="{97CE60BF-8544-4774-A71B-3436D09AE7D6}"/>
              </a:ext>
            </a:extLst>
          </p:cNvPr>
          <p:cNvSpPr/>
          <p:nvPr/>
        </p:nvSpPr>
        <p:spPr>
          <a:xfrm>
            <a:off x="1642811" y="1783677"/>
            <a:ext cx="908370" cy="30279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en-US" altLang="ko-KR" sz="6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TICKET</a:t>
            </a:r>
            <a:endParaRPr lang="en-US" altLang="ja-KR" sz="60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Malgun Gothic"/>
            </a:endParaRPr>
          </a:p>
        </p:txBody>
      </p:sp>
      <p:sp>
        <p:nvSpPr>
          <p:cNvPr id="136" name="Google Shape;259;p9">
            <a:extLst>
              <a:ext uri="{FF2B5EF4-FFF2-40B4-BE49-F238E27FC236}">
                <a16:creationId xmlns:a16="http://schemas.microsoft.com/office/drawing/2014/main" id="{1E6B4744-2C53-4432-AAAA-62D2EF9743A8}"/>
              </a:ext>
            </a:extLst>
          </p:cNvPr>
          <p:cNvSpPr/>
          <p:nvPr/>
        </p:nvSpPr>
        <p:spPr>
          <a:xfrm>
            <a:off x="1642811" y="2170468"/>
            <a:ext cx="908370" cy="30279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en-US" altLang="ko-KR" sz="6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FAQ</a:t>
            </a:r>
          </a:p>
        </p:txBody>
      </p:sp>
      <p:sp>
        <p:nvSpPr>
          <p:cNvPr id="137" name="Google Shape;259;p9">
            <a:extLst>
              <a:ext uri="{FF2B5EF4-FFF2-40B4-BE49-F238E27FC236}">
                <a16:creationId xmlns:a16="http://schemas.microsoft.com/office/drawing/2014/main" id="{29BDEA0C-E3DA-488A-9C28-A8BC339D4C44}"/>
              </a:ext>
            </a:extLst>
          </p:cNvPr>
          <p:cNvSpPr/>
          <p:nvPr/>
        </p:nvSpPr>
        <p:spPr>
          <a:xfrm>
            <a:off x="1642811" y="2544762"/>
            <a:ext cx="908370" cy="30279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en-US" altLang="ko-KR" sz="6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NOTICE</a:t>
            </a:r>
          </a:p>
        </p:txBody>
      </p:sp>
      <p:cxnSp>
        <p:nvCxnSpPr>
          <p:cNvPr id="139" name="꺾인 연결선[E] 143">
            <a:extLst>
              <a:ext uri="{FF2B5EF4-FFF2-40B4-BE49-F238E27FC236}">
                <a16:creationId xmlns:a16="http://schemas.microsoft.com/office/drawing/2014/main" id="{8D8D8143-329C-42C2-BDDC-97257935EC6E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6020821" y="3188776"/>
            <a:ext cx="1583043" cy="336825"/>
          </a:xfrm>
          <a:prstGeom prst="bentConnector2">
            <a:avLst/>
          </a:prstGeom>
          <a:ln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Google Shape;251;p9">
            <a:extLst>
              <a:ext uri="{FF2B5EF4-FFF2-40B4-BE49-F238E27FC236}">
                <a16:creationId xmlns:a16="http://schemas.microsoft.com/office/drawing/2014/main" id="{E4D39553-0E87-4982-8EB3-D651A270E1D3}"/>
              </a:ext>
            </a:extLst>
          </p:cNvPr>
          <p:cNvSpPr/>
          <p:nvPr/>
        </p:nvSpPr>
        <p:spPr>
          <a:xfrm>
            <a:off x="2986264" y="1371645"/>
            <a:ext cx="907200" cy="302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altLang="ko-Kore-KR" sz="6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MY</a:t>
            </a:r>
            <a:r>
              <a:rPr lang="ko-KR" altLang="en-US" sz="6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 </a:t>
            </a:r>
            <a:r>
              <a:rPr lang="en-US" altLang="ko-KR" sz="6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PAGE</a:t>
            </a:r>
            <a:endParaRPr lang="en-US" altLang="ko-Kore-KR" sz="60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Malgun Gothic"/>
            </a:endParaRPr>
          </a:p>
        </p:txBody>
      </p:sp>
      <p:cxnSp>
        <p:nvCxnSpPr>
          <p:cNvPr id="145" name="꺾인 연결선[E] 143">
            <a:extLst>
              <a:ext uri="{FF2B5EF4-FFF2-40B4-BE49-F238E27FC236}">
                <a16:creationId xmlns:a16="http://schemas.microsoft.com/office/drawing/2014/main" id="{737D8AC5-C699-4625-8682-D676EC350311}"/>
              </a:ext>
            </a:extLst>
          </p:cNvPr>
          <p:cNvCxnSpPr>
            <a:cxnSpLocks/>
            <a:endCxn id="63" idx="0"/>
          </p:cNvCxnSpPr>
          <p:nvPr/>
        </p:nvCxnSpPr>
        <p:spPr>
          <a:xfrm rot="10800000" flipV="1">
            <a:off x="4740645" y="3188776"/>
            <a:ext cx="1343452" cy="336825"/>
          </a:xfrm>
          <a:prstGeom prst="bentConnector2">
            <a:avLst/>
          </a:prstGeom>
          <a:ln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313E176-C141-4697-B4D1-59D06D48DA47}"/>
              </a:ext>
            </a:extLst>
          </p:cNvPr>
          <p:cNvSpPr/>
          <p:nvPr/>
        </p:nvSpPr>
        <p:spPr bwMode="auto">
          <a:xfrm>
            <a:off x="2207972" y="2138203"/>
            <a:ext cx="416509" cy="139065"/>
          </a:xfrm>
          <a:prstGeom prst="roundRect">
            <a:avLst/>
          </a:prstGeom>
          <a:solidFill>
            <a:srgbClr val="0070C0"/>
          </a:solidFill>
          <a:ln w="3175" cap="flat" cmpd="sng">
            <a:solidFill>
              <a:schemeClr val="bg1">
                <a:lumMod val="75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en-US" altLang="ko-KR" sz="4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MANAGEMENT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9378C380-074B-45F1-B4F0-E97C15DF9A39}"/>
              </a:ext>
            </a:extLst>
          </p:cNvPr>
          <p:cNvSpPr/>
          <p:nvPr/>
        </p:nvSpPr>
        <p:spPr bwMode="auto">
          <a:xfrm>
            <a:off x="2207972" y="1733046"/>
            <a:ext cx="416509" cy="139065"/>
          </a:xfrm>
          <a:prstGeom prst="roundRect">
            <a:avLst/>
          </a:prstGeom>
          <a:solidFill>
            <a:srgbClr val="0070C0"/>
          </a:solidFill>
          <a:ln w="3175" cap="flat" cmpd="sng">
            <a:solidFill>
              <a:schemeClr val="bg1">
                <a:lumMod val="75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en-US" altLang="ko-KR" sz="4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MANAGEMENT</a:t>
            </a: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4EADF124-03C1-4F58-8D65-0D68D44E1EAB}"/>
              </a:ext>
            </a:extLst>
          </p:cNvPr>
          <p:cNvSpPr/>
          <p:nvPr/>
        </p:nvSpPr>
        <p:spPr bwMode="auto">
          <a:xfrm>
            <a:off x="2207972" y="2503366"/>
            <a:ext cx="416509" cy="139065"/>
          </a:xfrm>
          <a:prstGeom prst="roundRect">
            <a:avLst/>
          </a:prstGeom>
          <a:solidFill>
            <a:srgbClr val="0070C0"/>
          </a:solidFill>
          <a:ln w="3175" cap="flat" cmpd="sng">
            <a:solidFill>
              <a:schemeClr val="bg1">
                <a:lumMod val="75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en-US" altLang="ko-KR" sz="4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MANAGEMENT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8BA5F5A1-DC7C-4D1E-9398-E2A8EDD23CBC}"/>
              </a:ext>
            </a:extLst>
          </p:cNvPr>
          <p:cNvSpPr/>
          <p:nvPr/>
        </p:nvSpPr>
        <p:spPr bwMode="auto">
          <a:xfrm>
            <a:off x="884020" y="1287429"/>
            <a:ext cx="416509" cy="139065"/>
          </a:xfrm>
          <a:prstGeom prst="roundRect">
            <a:avLst/>
          </a:prstGeom>
          <a:solidFill>
            <a:srgbClr val="0070C0"/>
          </a:solidFill>
          <a:ln w="3175" cap="flat" cmpd="sng">
            <a:solidFill>
              <a:schemeClr val="bg1">
                <a:lumMod val="75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en-US" altLang="ko-KR" sz="4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MANAGEMENT</a:t>
            </a:r>
          </a:p>
        </p:txBody>
      </p:sp>
      <p:cxnSp>
        <p:nvCxnSpPr>
          <p:cNvPr id="54" name="꺾인 연결선[E] 143">
            <a:extLst>
              <a:ext uri="{FF2B5EF4-FFF2-40B4-BE49-F238E27FC236}">
                <a16:creationId xmlns:a16="http://schemas.microsoft.com/office/drawing/2014/main" id="{F986F40E-C470-4D38-94D4-7399A43CD7E3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28204" y="3188776"/>
            <a:ext cx="1343452" cy="336825"/>
          </a:xfrm>
          <a:prstGeom prst="bentConnector2">
            <a:avLst/>
          </a:prstGeom>
          <a:ln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[E] 143">
            <a:extLst>
              <a:ext uri="{FF2B5EF4-FFF2-40B4-BE49-F238E27FC236}">
                <a16:creationId xmlns:a16="http://schemas.microsoft.com/office/drawing/2014/main" id="{F5937AC4-B0E3-4738-B36D-E6632F2CDA49}"/>
              </a:ext>
            </a:extLst>
          </p:cNvPr>
          <p:cNvCxnSpPr>
            <a:cxnSpLocks/>
          </p:cNvCxnSpPr>
          <p:nvPr/>
        </p:nvCxnSpPr>
        <p:spPr>
          <a:xfrm>
            <a:off x="4575077" y="3188776"/>
            <a:ext cx="1583043" cy="336825"/>
          </a:xfrm>
          <a:prstGeom prst="bentConnector2">
            <a:avLst/>
          </a:prstGeom>
          <a:ln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29F776D1-DD40-49B1-8B1A-5DAE4BC6577C}"/>
              </a:ext>
            </a:extLst>
          </p:cNvPr>
          <p:cNvCxnSpPr>
            <a:cxnSpLocks/>
            <a:stCxn id="141" idx="2"/>
          </p:cNvCxnSpPr>
          <p:nvPr/>
        </p:nvCxnSpPr>
        <p:spPr>
          <a:xfrm flipH="1">
            <a:off x="3428140" y="1674045"/>
            <a:ext cx="11724" cy="15147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Google Shape;251;p9">
            <a:extLst>
              <a:ext uri="{FF2B5EF4-FFF2-40B4-BE49-F238E27FC236}">
                <a16:creationId xmlns:a16="http://schemas.microsoft.com/office/drawing/2014/main" id="{76CB3C99-DAE6-48F9-A3CE-33473DF31842}"/>
              </a:ext>
            </a:extLst>
          </p:cNvPr>
          <p:cNvSpPr/>
          <p:nvPr/>
        </p:nvSpPr>
        <p:spPr>
          <a:xfrm>
            <a:off x="5694035" y="3525602"/>
            <a:ext cx="907200" cy="302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en-US" altLang="ko-KR" sz="6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ANALYTICS</a:t>
            </a:r>
            <a:endParaRPr lang="en-US" altLang="ko-Kore-KR" sz="60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Malgun Gothic"/>
            </a:endParaRPr>
          </a:p>
        </p:txBody>
      </p:sp>
      <p:sp>
        <p:nvSpPr>
          <p:cNvPr id="62" name="Google Shape;251;p9">
            <a:extLst>
              <a:ext uri="{FF2B5EF4-FFF2-40B4-BE49-F238E27FC236}">
                <a16:creationId xmlns:a16="http://schemas.microsoft.com/office/drawing/2014/main" id="{27E681E8-093C-4E88-8734-89AD338895AA}"/>
              </a:ext>
            </a:extLst>
          </p:cNvPr>
          <p:cNvSpPr/>
          <p:nvPr/>
        </p:nvSpPr>
        <p:spPr>
          <a:xfrm>
            <a:off x="5982067" y="3928168"/>
            <a:ext cx="907200" cy="3024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ko-KR" altLang="en-US" sz="600">
                <a:solidFill>
                  <a:schemeClr val="dk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트레픽 현황</a:t>
            </a:r>
            <a:endParaRPr lang="ko-KR" altLang="en-US" sz="600">
              <a:solidFill>
                <a:schemeClr val="accent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Malgun Gothic"/>
            </a:endParaRPr>
          </a:p>
        </p:txBody>
      </p:sp>
      <p:cxnSp>
        <p:nvCxnSpPr>
          <p:cNvPr id="68" name="꺾인 연결선[E] 130">
            <a:extLst>
              <a:ext uri="{FF2B5EF4-FFF2-40B4-BE49-F238E27FC236}">
                <a16:creationId xmlns:a16="http://schemas.microsoft.com/office/drawing/2014/main" id="{0746F3FC-6F19-4882-9DD6-26565F8A1AF1}"/>
              </a:ext>
            </a:extLst>
          </p:cNvPr>
          <p:cNvCxnSpPr>
            <a:cxnSpLocks/>
            <a:endCxn id="62" idx="0"/>
          </p:cNvCxnSpPr>
          <p:nvPr/>
        </p:nvCxnSpPr>
        <p:spPr>
          <a:xfrm rot="16200000" flipH="1">
            <a:off x="6244219" y="3736720"/>
            <a:ext cx="100166" cy="282730"/>
          </a:xfrm>
          <a:prstGeom prst="bentConnector3">
            <a:avLst>
              <a:gd name="adj1" fmla="val 50000"/>
            </a:avLst>
          </a:prstGeom>
          <a:ln>
            <a:solidFill>
              <a:srgbClr val="000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Google Shape;251;p9">
            <a:extLst>
              <a:ext uri="{FF2B5EF4-FFF2-40B4-BE49-F238E27FC236}">
                <a16:creationId xmlns:a16="http://schemas.microsoft.com/office/drawing/2014/main" id="{ABF112CE-455A-4ACD-BEC1-D2945FFBD9D2}"/>
              </a:ext>
            </a:extLst>
          </p:cNvPr>
          <p:cNvSpPr/>
          <p:nvPr/>
        </p:nvSpPr>
        <p:spPr>
          <a:xfrm>
            <a:off x="5982067" y="4314315"/>
            <a:ext cx="907200" cy="3024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ko-KR" altLang="en-US" sz="600">
                <a:solidFill>
                  <a:schemeClr val="dk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사용자 현황</a:t>
            </a:r>
          </a:p>
        </p:txBody>
      </p:sp>
      <p:sp>
        <p:nvSpPr>
          <p:cNvPr id="70" name="Google Shape;251;p9">
            <a:extLst>
              <a:ext uri="{FF2B5EF4-FFF2-40B4-BE49-F238E27FC236}">
                <a16:creationId xmlns:a16="http://schemas.microsoft.com/office/drawing/2014/main" id="{71950996-6D54-4F81-B035-456CE881F34C}"/>
              </a:ext>
            </a:extLst>
          </p:cNvPr>
          <p:cNvSpPr/>
          <p:nvPr/>
        </p:nvSpPr>
        <p:spPr>
          <a:xfrm>
            <a:off x="5982067" y="4700462"/>
            <a:ext cx="907200" cy="3024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en-US" altLang="ko-KR" sz="600">
                <a:solidFill>
                  <a:schemeClr val="dk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ASSET </a:t>
            </a:r>
            <a:r>
              <a:rPr lang="ko-KR" altLang="en-US" sz="600">
                <a:solidFill>
                  <a:schemeClr val="dk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현황</a:t>
            </a:r>
          </a:p>
        </p:txBody>
      </p:sp>
      <p:sp>
        <p:nvSpPr>
          <p:cNvPr id="71" name="Google Shape;251;p9">
            <a:extLst>
              <a:ext uri="{FF2B5EF4-FFF2-40B4-BE49-F238E27FC236}">
                <a16:creationId xmlns:a16="http://schemas.microsoft.com/office/drawing/2014/main" id="{5395B4E2-631F-4950-A87A-D032B78988F9}"/>
              </a:ext>
            </a:extLst>
          </p:cNvPr>
          <p:cNvSpPr/>
          <p:nvPr/>
        </p:nvSpPr>
        <p:spPr>
          <a:xfrm>
            <a:off x="5982067" y="5086609"/>
            <a:ext cx="907200" cy="3024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en-US" altLang="ko-KR" sz="600">
                <a:solidFill>
                  <a:schemeClr val="dk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SUPPORT </a:t>
            </a:r>
            <a:r>
              <a:rPr lang="ko-KR" altLang="en-US" sz="600">
                <a:solidFill>
                  <a:schemeClr val="dk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현황 </a:t>
            </a:r>
          </a:p>
        </p:txBody>
      </p:sp>
      <p:sp>
        <p:nvSpPr>
          <p:cNvPr id="58" name="Google Shape;251;p9">
            <a:extLst>
              <a:ext uri="{FF2B5EF4-FFF2-40B4-BE49-F238E27FC236}">
                <a16:creationId xmlns:a16="http://schemas.microsoft.com/office/drawing/2014/main" id="{3837059A-7C37-4C3B-8328-9656C174094A}"/>
              </a:ext>
            </a:extLst>
          </p:cNvPr>
          <p:cNvSpPr/>
          <p:nvPr/>
        </p:nvSpPr>
        <p:spPr>
          <a:xfrm>
            <a:off x="8637992" y="3525601"/>
            <a:ext cx="907200" cy="302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en-US" altLang="ko-KR" sz="5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STANDARD INFORMATION</a:t>
            </a:r>
          </a:p>
          <a:p>
            <a:pPr algn="ctr"/>
            <a:r>
              <a:rPr lang="en-US" altLang="ko-KR" sz="5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MANAGEMENT</a:t>
            </a:r>
            <a:endParaRPr lang="ko-KR" altLang="en-US" sz="50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Malgun Gothic"/>
            </a:endParaRPr>
          </a:p>
        </p:txBody>
      </p:sp>
      <p:sp>
        <p:nvSpPr>
          <p:cNvPr id="72" name="Google Shape;251;p9">
            <a:extLst>
              <a:ext uri="{FF2B5EF4-FFF2-40B4-BE49-F238E27FC236}">
                <a16:creationId xmlns:a16="http://schemas.microsoft.com/office/drawing/2014/main" id="{1639EC73-95D3-4717-9DA2-B1723F7A7B3F}"/>
              </a:ext>
            </a:extLst>
          </p:cNvPr>
          <p:cNvSpPr/>
          <p:nvPr/>
        </p:nvSpPr>
        <p:spPr>
          <a:xfrm>
            <a:off x="7414709" y="4717656"/>
            <a:ext cx="907200" cy="3024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ko-KR" altLang="en-US" sz="600">
                <a:solidFill>
                  <a:schemeClr val="dk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이용약관</a:t>
            </a:r>
          </a:p>
        </p:txBody>
      </p:sp>
      <p:sp>
        <p:nvSpPr>
          <p:cNvPr id="73" name="Google Shape;259;p9">
            <a:extLst>
              <a:ext uri="{FF2B5EF4-FFF2-40B4-BE49-F238E27FC236}">
                <a16:creationId xmlns:a16="http://schemas.microsoft.com/office/drawing/2014/main" id="{FC36C548-7ECE-4B01-B8C5-9217F7FE94E0}"/>
              </a:ext>
            </a:extLst>
          </p:cNvPr>
          <p:cNvSpPr/>
          <p:nvPr/>
        </p:nvSpPr>
        <p:spPr>
          <a:xfrm>
            <a:off x="7685973" y="5109872"/>
            <a:ext cx="907200" cy="302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en-US" altLang="ko-KR" sz="600">
                <a:solidFill>
                  <a:schemeClr val="dk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DETAIL</a:t>
            </a:r>
            <a:endParaRPr lang="en-US" altLang="ko-Kore-KR" sz="600">
              <a:solidFill>
                <a:schemeClr val="dk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Malgun Gothic"/>
            </a:endParaRPr>
          </a:p>
        </p:txBody>
      </p:sp>
      <p:cxnSp>
        <p:nvCxnSpPr>
          <p:cNvPr id="74" name="꺾인 연결선[E] 143">
            <a:extLst>
              <a:ext uri="{FF2B5EF4-FFF2-40B4-BE49-F238E27FC236}">
                <a16:creationId xmlns:a16="http://schemas.microsoft.com/office/drawing/2014/main" id="{8BB659AE-FC8E-495D-B9AD-071E1A036486}"/>
              </a:ext>
            </a:extLst>
          </p:cNvPr>
          <p:cNvCxnSpPr>
            <a:cxnSpLocks/>
            <a:stCxn id="72" idx="2"/>
            <a:endCxn id="73" idx="0"/>
          </p:cNvCxnSpPr>
          <p:nvPr/>
        </p:nvCxnSpPr>
        <p:spPr>
          <a:xfrm rot="16200000" flipH="1">
            <a:off x="7959033" y="4929332"/>
            <a:ext cx="89816" cy="271264"/>
          </a:xfrm>
          <a:prstGeom prst="bentConnector3">
            <a:avLst>
              <a:gd name="adj1" fmla="val 50000"/>
            </a:avLst>
          </a:prstGeom>
          <a:ln>
            <a:solidFill>
              <a:srgbClr val="000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Google Shape;251;p9">
            <a:extLst>
              <a:ext uri="{FF2B5EF4-FFF2-40B4-BE49-F238E27FC236}">
                <a16:creationId xmlns:a16="http://schemas.microsoft.com/office/drawing/2014/main" id="{DC94AE4A-54BC-49DD-B26F-93982669E450}"/>
              </a:ext>
            </a:extLst>
          </p:cNvPr>
          <p:cNvSpPr/>
          <p:nvPr/>
        </p:nvSpPr>
        <p:spPr>
          <a:xfrm>
            <a:off x="7414709" y="5470148"/>
            <a:ext cx="907200" cy="3024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ko-KR" altLang="en-US" sz="600" err="1">
                <a:solidFill>
                  <a:schemeClr val="dk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보안서약서</a:t>
            </a:r>
            <a:endParaRPr lang="ko-KR" altLang="en-US" sz="600">
              <a:solidFill>
                <a:schemeClr val="dk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Malgun Gothic"/>
            </a:endParaRPr>
          </a:p>
        </p:txBody>
      </p:sp>
      <p:sp>
        <p:nvSpPr>
          <p:cNvPr id="76" name="Google Shape;259;p9">
            <a:extLst>
              <a:ext uri="{FF2B5EF4-FFF2-40B4-BE49-F238E27FC236}">
                <a16:creationId xmlns:a16="http://schemas.microsoft.com/office/drawing/2014/main" id="{7D5644AC-8A37-4481-9E0E-557D739A21C3}"/>
              </a:ext>
            </a:extLst>
          </p:cNvPr>
          <p:cNvSpPr/>
          <p:nvPr/>
        </p:nvSpPr>
        <p:spPr>
          <a:xfrm>
            <a:off x="7685973" y="5862364"/>
            <a:ext cx="907200" cy="302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en-US" altLang="ko-KR" sz="600">
                <a:solidFill>
                  <a:schemeClr val="dk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DETAIL</a:t>
            </a:r>
            <a:endParaRPr lang="en-US" altLang="ko-Kore-KR" sz="600">
              <a:solidFill>
                <a:schemeClr val="dk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Malgun Gothic"/>
            </a:endParaRPr>
          </a:p>
        </p:txBody>
      </p:sp>
      <p:cxnSp>
        <p:nvCxnSpPr>
          <p:cNvPr id="77" name="꺾인 연결선[E] 143">
            <a:extLst>
              <a:ext uri="{FF2B5EF4-FFF2-40B4-BE49-F238E27FC236}">
                <a16:creationId xmlns:a16="http://schemas.microsoft.com/office/drawing/2014/main" id="{D28E83BF-CA92-4808-B378-D07F68E835AF}"/>
              </a:ext>
            </a:extLst>
          </p:cNvPr>
          <p:cNvCxnSpPr>
            <a:cxnSpLocks/>
            <a:stCxn id="75" idx="2"/>
            <a:endCxn id="76" idx="0"/>
          </p:cNvCxnSpPr>
          <p:nvPr/>
        </p:nvCxnSpPr>
        <p:spPr>
          <a:xfrm rot="16200000" flipH="1">
            <a:off x="7959033" y="5681824"/>
            <a:ext cx="89816" cy="271264"/>
          </a:xfrm>
          <a:prstGeom prst="bentConnector3">
            <a:avLst>
              <a:gd name="adj1" fmla="val 50000"/>
            </a:avLst>
          </a:prstGeom>
          <a:ln>
            <a:solidFill>
              <a:srgbClr val="000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Google Shape;259;p9">
            <a:extLst>
              <a:ext uri="{FF2B5EF4-FFF2-40B4-BE49-F238E27FC236}">
                <a16:creationId xmlns:a16="http://schemas.microsoft.com/office/drawing/2014/main" id="{51C71DA4-3C8C-4245-B036-A0BA208603E2}"/>
              </a:ext>
            </a:extLst>
          </p:cNvPr>
          <p:cNvSpPr/>
          <p:nvPr/>
        </p:nvSpPr>
        <p:spPr>
          <a:xfrm>
            <a:off x="8852653" y="3928615"/>
            <a:ext cx="907200" cy="302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en-US" altLang="ko-KR" sz="600">
                <a:solidFill>
                  <a:schemeClr val="dk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DETAIL</a:t>
            </a:r>
            <a:endParaRPr lang="en-US" altLang="ko-Kore-KR" sz="600">
              <a:solidFill>
                <a:schemeClr val="dk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Malgun Gothic"/>
            </a:endParaRPr>
          </a:p>
        </p:txBody>
      </p:sp>
      <p:cxnSp>
        <p:nvCxnSpPr>
          <p:cNvPr id="80" name="꺾인 연결선[E] 143">
            <a:extLst>
              <a:ext uri="{FF2B5EF4-FFF2-40B4-BE49-F238E27FC236}">
                <a16:creationId xmlns:a16="http://schemas.microsoft.com/office/drawing/2014/main" id="{9F3D6FCB-31E7-440F-A880-BEDA6B2A4EEF}"/>
              </a:ext>
            </a:extLst>
          </p:cNvPr>
          <p:cNvCxnSpPr>
            <a:cxnSpLocks/>
            <a:endCxn id="79" idx="0"/>
          </p:cNvCxnSpPr>
          <p:nvPr/>
        </p:nvCxnSpPr>
        <p:spPr>
          <a:xfrm rot="16200000" flipH="1">
            <a:off x="9141312" y="3763674"/>
            <a:ext cx="104808" cy="225073"/>
          </a:xfrm>
          <a:prstGeom prst="bentConnector3">
            <a:avLst>
              <a:gd name="adj1" fmla="val 50000"/>
            </a:avLst>
          </a:prstGeom>
          <a:ln>
            <a:solidFill>
              <a:srgbClr val="0001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[E] 143">
            <a:extLst>
              <a:ext uri="{FF2B5EF4-FFF2-40B4-BE49-F238E27FC236}">
                <a16:creationId xmlns:a16="http://schemas.microsoft.com/office/drawing/2014/main" id="{FE45EE07-3986-4E21-8480-D56365471A31}"/>
              </a:ext>
            </a:extLst>
          </p:cNvPr>
          <p:cNvCxnSpPr>
            <a:cxnSpLocks/>
          </p:cNvCxnSpPr>
          <p:nvPr/>
        </p:nvCxnSpPr>
        <p:spPr>
          <a:xfrm>
            <a:off x="7508549" y="3188776"/>
            <a:ext cx="1583043" cy="336825"/>
          </a:xfrm>
          <a:prstGeom prst="bentConnector2">
            <a:avLst/>
          </a:prstGeom>
          <a:ln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Google Shape;251;p9">
            <a:extLst>
              <a:ext uri="{FF2B5EF4-FFF2-40B4-BE49-F238E27FC236}">
                <a16:creationId xmlns:a16="http://schemas.microsoft.com/office/drawing/2014/main" id="{78F60B73-948E-FA44-BF9D-07812D253AFC}"/>
              </a:ext>
            </a:extLst>
          </p:cNvPr>
          <p:cNvSpPr/>
          <p:nvPr/>
        </p:nvSpPr>
        <p:spPr>
          <a:xfrm>
            <a:off x="4575077" y="4700462"/>
            <a:ext cx="907200" cy="3024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ko-KR" altLang="en-US" sz="600">
                <a:solidFill>
                  <a:schemeClr val="dk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계정잠김해제</a:t>
            </a:r>
          </a:p>
        </p:txBody>
      </p:sp>
      <p:sp>
        <p:nvSpPr>
          <p:cNvPr id="86" name="Google Shape;251;p9">
            <a:extLst>
              <a:ext uri="{FF2B5EF4-FFF2-40B4-BE49-F238E27FC236}">
                <a16:creationId xmlns:a16="http://schemas.microsoft.com/office/drawing/2014/main" id="{85936B0C-CD4A-A846-9F96-C4F419DE3C91}"/>
              </a:ext>
            </a:extLst>
          </p:cNvPr>
          <p:cNvSpPr/>
          <p:nvPr/>
        </p:nvSpPr>
        <p:spPr>
          <a:xfrm>
            <a:off x="4575077" y="5086609"/>
            <a:ext cx="907200" cy="3024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ko-KR" altLang="en-US" sz="600" err="1">
                <a:solidFill>
                  <a:schemeClr val="dk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역할관리</a:t>
            </a:r>
            <a:endParaRPr lang="ko-KR" altLang="en-US" sz="600">
              <a:solidFill>
                <a:schemeClr val="dk1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E17488-5784-F6B9-16B8-CCB3BAE6B598}"/>
              </a:ext>
            </a:extLst>
          </p:cNvPr>
          <p:cNvSpPr/>
          <p:nvPr/>
        </p:nvSpPr>
        <p:spPr bwMode="auto">
          <a:xfrm>
            <a:off x="1494124" y="2834659"/>
            <a:ext cx="1191250" cy="528950"/>
          </a:xfrm>
          <a:prstGeom prst="rect">
            <a:avLst/>
          </a:prstGeom>
          <a:noFill/>
          <a:ln w="19050">
            <a:solidFill>
              <a:srgbClr val="EE9900"/>
            </a:solidFill>
          </a:ln>
        </p:spPr>
        <p:txBody>
          <a:bodyPr wrap="square" lIns="180000" tIns="180000" rIns="180000" bIns="180000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kumimoji="1" lang="ko-KR" altLang="en-US" sz="14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4" name="Google Shape;259;p9">
            <a:extLst>
              <a:ext uri="{FF2B5EF4-FFF2-40B4-BE49-F238E27FC236}">
                <a16:creationId xmlns:a16="http://schemas.microsoft.com/office/drawing/2014/main" id="{FD1422DE-A967-FFD2-8EDE-559150A9A7AD}"/>
              </a:ext>
            </a:extLst>
          </p:cNvPr>
          <p:cNvSpPr/>
          <p:nvPr/>
        </p:nvSpPr>
        <p:spPr>
          <a:xfrm>
            <a:off x="1642811" y="2942539"/>
            <a:ext cx="908370" cy="30279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NEWSLETTER</a:t>
            </a:r>
          </a:p>
        </p:txBody>
      </p:sp>
      <p:sp>
        <p:nvSpPr>
          <p:cNvPr id="15" name="사각형: 둥근 모서리 92">
            <a:extLst>
              <a:ext uri="{FF2B5EF4-FFF2-40B4-BE49-F238E27FC236}">
                <a16:creationId xmlns:a16="http://schemas.microsoft.com/office/drawing/2014/main" id="{E1C3DBBB-4FE3-2E0A-84FF-B2BCB4C794B8}"/>
              </a:ext>
            </a:extLst>
          </p:cNvPr>
          <p:cNvSpPr/>
          <p:nvPr/>
        </p:nvSpPr>
        <p:spPr bwMode="auto">
          <a:xfrm>
            <a:off x="2207972" y="2901143"/>
            <a:ext cx="416509" cy="139065"/>
          </a:xfrm>
          <a:prstGeom prst="roundRect">
            <a:avLst/>
          </a:prstGeom>
          <a:solidFill>
            <a:srgbClr val="0070C0"/>
          </a:solidFill>
          <a:ln w="3175" cap="flat" cmpd="sng">
            <a:solidFill>
              <a:schemeClr val="bg1">
                <a:lumMod val="75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en-US" altLang="ko-KR" sz="4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MANAGEMENT</a:t>
            </a:r>
          </a:p>
        </p:txBody>
      </p:sp>
      <p:cxnSp>
        <p:nvCxnSpPr>
          <p:cNvPr id="18" name="꺾인 연결선[E] 143">
            <a:extLst>
              <a:ext uri="{FF2B5EF4-FFF2-40B4-BE49-F238E27FC236}">
                <a16:creationId xmlns:a16="http://schemas.microsoft.com/office/drawing/2014/main" id="{FAB90C7D-5122-4C44-F857-1392590554F3}"/>
              </a:ext>
            </a:extLst>
          </p:cNvPr>
          <p:cNvCxnSpPr>
            <a:cxnSpLocks/>
          </p:cNvCxnSpPr>
          <p:nvPr/>
        </p:nvCxnSpPr>
        <p:spPr>
          <a:xfrm>
            <a:off x="8999882" y="3191112"/>
            <a:ext cx="1583043" cy="336825"/>
          </a:xfrm>
          <a:prstGeom prst="bentConnector2">
            <a:avLst/>
          </a:prstGeom>
          <a:ln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259;p9">
            <a:extLst>
              <a:ext uri="{FF2B5EF4-FFF2-40B4-BE49-F238E27FC236}">
                <a16:creationId xmlns:a16="http://schemas.microsoft.com/office/drawing/2014/main" id="{A5EA89C1-F2BF-8B20-8499-D8CC4D7D315C}"/>
              </a:ext>
            </a:extLst>
          </p:cNvPr>
          <p:cNvSpPr/>
          <p:nvPr/>
        </p:nvSpPr>
        <p:spPr>
          <a:xfrm>
            <a:off x="10128740" y="3525406"/>
            <a:ext cx="908370" cy="30279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ASSET APPROVEMENT</a:t>
            </a:r>
          </a:p>
          <a:p>
            <a:pPr algn="ctr"/>
            <a:r>
              <a:rPr lang="en-US" altLang="ko-KR" sz="6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algun Gothic"/>
              </a:rPr>
              <a:t>MANAGEMENT</a:t>
            </a:r>
          </a:p>
        </p:txBody>
      </p:sp>
    </p:spTree>
    <p:extLst>
      <p:ext uri="{BB962C8B-B14F-4D97-AF65-F5344CB8AC3E}">
        <p14:creationId xmlns:p14="http://schemas.microsoft.com/office/powerpoint/2010/main" val="3380151604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디맑은고딕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wrap="square" lIns="180000" tIns="180000" rIns="180000" bIns="180000" rtlCol="0" anchor="ctr">
        <a:noAutofit/>
      </a:bodyPr>
      <a:lstStyle>
        <a:defPPr algn="ctr">
          <a:lnSpc>
            <a:spcPct val="120000"/>
          </a:lnSpc>
          <a:defRPr kumimoji="1" sz="1400" dirty="0" smtClean="0">
            <a:solidFill>
              <a:schemeClr val="bg1"/>
            </a:solidFill>
            <a:latin typeface="맑은 고딕"/>
            <a:ea typeface="맑은 고딕"/>
            <a:cs typeface="Arial"/>
          </a:defRPr>
        </a:defPPr>
      </a:lst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500" dirty="0" smtClean="0"/>
        </a:defPPr>
      </a:lstStyle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51</ep:Words>
  <ep:PresentationFormat>와이드스크린</ep:PresentationFormat>
  <ep:Paragraphs>41</ep:Paragraphs>
  <ep:Slides>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Office 테마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2021-12-23T01:20:57.000</dcterms:created>
  <dc:creator>홍자성</dc:creator>
  <cp:lastModifiedBy>glim0</cp:lastModifiedBy>
  <dcterms:modified xsi:type="dcterms:W3CDTF">2026-07-15T16:30:24.246</dcterms:modified>
  <cp:revision>4505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